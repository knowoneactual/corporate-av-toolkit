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Override PartName="/ppt/slides/slide11.xml" ContentType="application/vnd.openxmlformats-officedocument.presentationml.slide+xml"/>
  <Default Extension="xml" ContentType="application/xml"/>
  <Override PartName="/ppt/slides/slide9.xml" ContentType="application/vnd.openxmlformats-officedocument.presentationml.slide+xml"/>
  <Default Extension="jpeg" ContentType="image/jpeg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12.xml" ContentType="application/vnd.openxmlformats-officedocument.presentationml.slide+xml"/>
  <Default Extension="bin" ContentType="application/vnd.openxmlformats-officedocument.presentationml.printerSettings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slides/slide22.xml" ContentType="application/vnd.openxmlformats-officedocument.presentationml.slide+xml"/>
  <Default Extension="gif" ContentType="image/gif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sldIdLst>
    <p:sldId id="267" r:id="rId2"/>
    <p:sldId id="279" r:id="rId3"/>
    <p:sldId id="256" r:id="rId4"/>
    <p:sldId id="257" r:id="rId5"/>
    <p:sldId id="268" r:id="rId6"/>
    <p:sldId id="264" r:id="rId7"/>
    <p:sldId id="270" r:id="rId8"/>
    <p:sldId id="269" r:id="rId9"/>
    <p:sldId id="261" r:id="rId10"/>
    <p:sldId id="262" r:id="rId11"/>
    <p:sldId id="263" r:id="rId12"/>
    <p:sldId id="265" r:id="rId13"/>
    <p:sldId id="276" r:id="rId14"/>
    <p:sldId id="278" r:id="rId15"/>
    <p:sldId id="277" r:id="rId16"/>
    <p:sldId id="266" r:id="rId17"/>
    <p:sldId id="275" r:id="rId18"/>
    <p:sldId id="274" r:id="rId19"/>
    <p:sldId id="272" r:id="rId20"/>
    <p:sldId id="273" r:id="rId21"/>
    <p:sldId id="259" r:id="rId22"/>
    <p:sldId id="271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extLst>
    <p:ext uri="{E76CE94A-603C-4142-B9EB-6D1370010A27}">
      <p14:discardImageEditData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0"/>
    </p:ext>
    <p:ext uri="{D31A062A-798A-4329-ABDD-BBA856620510}">
      <p14:defaultImageDpi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704" y="-1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8065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408676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58235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89008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59021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81168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423230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992915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6179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89131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32151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C0C2D-518C-4303-A9E7-EBC5509EC93E}" type="datetimeFigureOut">
              <a:rPr lang="en-US" smtClean="0"/>
              <a:pPr/>
              <a:t>7/21/14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53ED2-9CDA-4442-9FB6-796A4AF166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95468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6282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51595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92089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12534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39733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76570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52073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59458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58075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58411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41687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420981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79173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04309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82262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-190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42469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306033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192819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72557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89578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v="urn:schemas-microsoft-com:mac:vml" xmlns:mc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v="urn:schemas-microsoft-com:mac:vml" xmlns:mc="http://schemas.openxmlformats.org/markup-compatibility/2006" val="288232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0</Words>
  <Application>Microsoft Macintosh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Watchout</dc:creator>
  <cp:lastModifiedBy>jordan digiacomo</cp:lastModifiedBy>
  <cp:revision>13</cp:revision>
  <dcterms:created xsi:type="dcterms:W3CDTF">2014-07-21T20:41:26Z</dcterms:created>
  <dcterms:modified xsi:type="dcterms:W3CDTF">2014-07-21T20:44:35Z</dcterms:modified>
</cp:coreProperties>
</file>