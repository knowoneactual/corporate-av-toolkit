
<file path=[Content_Types].xml><?xml version="1.0" encoding="utf-8"?>
<Types xmlns="http://schemas.openxmlformats.org/package/2006/content-types">
  <Default Extension="xml" ContentType="application/xml"/>
  <Default Extension="jpg" ContentType="image/jpeg"/>
  <Default Extension="mp4" ContentType="video/unknown"/>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14.xml" ContentType="application/vnd.openxmlformats-officedocument.presentationml.notesSlide+xml"/>
  <Override PartName="/ppt/notesSlides/notesSlide12.xml" ContentType="application/vnd.openxmlformats-officedocument.presentationml.notesSlide+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3.xml" ContentType="application/vnd.openxmlformats-officedocument.presentationml.slideLayout+xml"/>
  <Override PartName="/ppt/slideLayouts/slideLayout9.xml" ContentType="application/vnd.openxmlformats-officedocument.presentationml.slideLayout+xml"/>
  <Override PartName="/ppt/slides/slide13.xml" ContentType="application/vnd.openxmlformats-officedocument.presentationml.slide+xml"/>
  <Override PartName="/ppt/theme/theme2.xml" ContentType="application/vnd.openxmlformats-officedocument.theme+xml"/>
  <Override PartName="/ppt/theme/theme1.xml" ContentType="application/vnd.openxmlformats-officedocument.theme+xml"/>
  <Override PartName="/ppt/slides/slide3.xml" ContentType="application/vnd.openxmlformats-officedocument.presentationml.slide+xml"/>
  <Override PartName="/ppt/slideLayouts/slideLayout4.xml" ContentType="application/vnd.openxmlformats-officedocument.presentationml.slideLayout+xml"/>
  <Override PartName="/ppt/notesSlides/notesSlide5.xml" ContentType="application/vnd.openxmlformats-officedocument.presentationml.notesSlide+xml"/>
  <Override PartName="/ppt/slideLayouts/slideLayout1.xml" ContentType="application/vnd.openxmlformats-officedocument.presentationml.slideLayout+xml"/>
  <Override PartName="/ppt/slides/slide12.xml" ContentType="application/vnd.openxmlformats-officedocument.presentationml.slide+xml"/>
  <Override PartName="/ppt/slideLayouts/slideLayout5.xml" ContentType="application/vnd.openxmlformats-officedocument.presentationml.slideLayout+xml"/>
  <Override PartName="/ppt/slides/slide7.xml" ContentType="application/vnd.openxmlformats-officedocument.presentationml.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tableStyles.xml" ContentType="application/vnd.openxmlformats-officedocument.presentationml.tableStyles+xml"/>
  <Override PartName="/docProps/app.xml" ContentType="application/vnd.openxmlformats-officedocument.extended-properties+xml"/>
  <Override PartName="/ppt/viewProps.xml" ContentType="application/vnd.openxmlformats-officedocument.presentationml.viewProps+xml"/>
  <Override PartName="/ppt/slides/slide8.xml" ContentType="application/vnd.openxmlformats-officedocument.presentationml.slide+xml"/>
  <Override PartName="/ppt/notesSlides/notesSlide8.xml" ContentType="application/vnd.openxmlformats-officedocument.presentationml.notesSlide+xml"/>
  <Override PartName="/ppt/slideLayouts/slideLayout2.xml" ContentType="application/vnd.openxmlformats-officedocument.presentationml.slideLayout+xml"/>
  <Override PartName="/ppt/presProps.xml" ContentType="application/vnd.openxmlformats-officedocument.presentationml.presProps+xml"/>
  <Override PartName="/ppt/slideLayouts/slideLayout8.xml" ContentType="application/vnd.openxmlformats-officedocument.presentationml.slideLayout+xml"/>
  <Override PartName="/docProps/core.xml" ContentType="application/vnd.openxmlformats-package.core-properties+xml"/>
  <Override PartName="/ppt/slideLayouts/slideLayout6.xml" ContentType="application/vnd.openxmlformats-officedocument.presentationml.slideLayout+xml"/>
  <Override PartName="/ppt/notesSlides/notesSlide11.xml" ContentType="application/vnd.openxmlformats-officedocument.presentationml.notesSlide+xml"/>
  <Override PartName="/ppt/slides/slide10.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slides/slide1.xml" ContentType="application/vnd.openxmlformats-officedocument.presentationml.slide+xml"/>
  <Override PartName="/ppt/slideMasters/slideMaster1.xml" ContentType="application/vnd.openxmlformats-officedocument.presentationml.slideMaster+xml"/>
  <Override PartName="/ppt/slides/slide2.xml" ContentType="application/vnd.openxmlformats-officedocument.presentationml.slide+xml"/>
  <Override PartName="/ppt/slides/slide5.xml" ContentType="application/vnd.openxmlformats-officedocument.presentationml.slide+xml"/>
  <Override PartName="/ppt/notesSlides/notesSlide13.xml" ContentType="application/vnd.openxmlformats-officedocument.presentationml.notesSlide+xml"/>
  <Override PartName="/ppt/slides/slide9.xml" ContentType="application/vnd.openxmlformats-officedocument.presentationml.slide+xml"/>
  <Override PartName="/ppt/notesSlides/notesSlide1.xml" ContentType="application/vnd.openxmlformats-officedocument.presentationml.notesSlide+xml"/>
  <Override PartName="/ppt/slides/slide11.xml" ContentType="application/vnd.openxmlformats-officedocument.presentationml.slide+xml"/>
  <Override PartName="/ppt/notesSlides/notesSlide15.xml" ContentType="application/vnd.openxmlformats-officedocument.presentationml.notesSlide+xml"/>
  <Override PartName="/ppt/slides/slide14.xml" ContentType="application/vnd.openxmlformats-officedocument.presentationml.slide+xml"/>
  <Override PartName="/ppt/notesSlides/notesSlide3.xml" ContentType="application/vnd.openxmlformats-officedocument.presentationml.notesSlide+xml"/>
  <Override PartName="/ppt/slideLayouts/slideLayout7.xml" ContentType="application/vnd.openxmlformats-officedocument.presentationml.slideLayout+xml"/>
  <Override PartName="/ppt/slides/slide15.xml" ContentType="application/vnd.openxmlformats-officedocument.presentationml.slide+xml"/>
  <Override PartName="/ppt/slides/slide4.xml" ContentType="application/vnd.openxmlformats-officedocument.presentationml.slide+xml"/>
  <Override PartName="/ppt/notesSlides/notesSlide6.xml" ContentType="application/vnd.openxmlformats-officedocument.presentationml.notesSlide+xml"/>
  <Override PartName="/ppt/presentation.xml" ContentType="application/vnd.openxmlformats-officedocument.presentationml.presentation.main+xml"/>
  <Override PartName="/ppt/notesSlides/notesSlide7.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19"/>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12192000" cy="6858000" type="screen4x3"/>
  <p:notesSz cx="6858000" cy="9144000"/>
  <p:defaultText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24" d="100"/>
          <a:sy n="124" d="100"/>
        </p:scale>
        <p:origin x="-1512" y="-112"/>
      </p:cViewPr>
      <p:guideLst>
        <p:guide pos="2160" orient="horz"/>
        <p:guide pos="2880"/>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notesMaster" Target="notesMasters/notesMaster1.xml"/><Relationship Id="rId20" Type="http://schemas.openxmlformats.org/officeDocument/2006/relationships/presProps" Target="presProps.xml" /><Relationship Id="rId21" Type="http://schemas.openxmlformats.org/officeDocument/2006/relationships/tableStyles" Target="tableStyles.xml" /><Relationship Id="rId22"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538913829"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1646332305"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1841377772"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341441361"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1192845993"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812317484"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54823976" name="Slide Image Placeholder 1"/>
          <p:cNvSpPr>
            <a:spLocks noChangeAspect="1" noGrp="1" noRot="1"/>
          </p:cNvSpPr>
          <p:nvPr>
            <p:ph type="sldImg"/>
          </p:nvPr>
        </p:nvSpPr>
        <p:spPr bwMode="auto"/>
      </p:sp>
      <p:sp>
        <p:nvSpPr>
          <p:cNvPr id="230740722" name="Notes Placeholder 2"/>
          <p:cNvSpPr>
            <a:spLocks noGrp="1"/>
          </p:cNvSpPr>
          <p:nvPr>
            <p:ph type="body" idx="1"/>
          </p:nvPr>
        </p:nvSpPr>
        <p:spPr bwMode="auto"/>
        <p:txBody>
          <a:bodyPr/>
          <a:lstStyle/>
          <a:p>
            <a:pPr>
              <a:defRPr/>
            </a:pPr>
            <a:r>
              <a:rPr lang="zh-CN"/>
              <a:t>Good morning, everyone. Thank you for taking your seats. Today, we are going to tackle a question that has quietly circulated in every office, conference, and hallway: 'Why, exactly, am I the absolute best?' Some of you might ask: 'Best at what?' That is an excellent, highly irrelevant question that we will not be answering today. Let's dive right in.</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70692505" name="Slide Image Placeholder 1"/>
          <p:cNvSpPr>
            <a:spLocks noChangeAspect="1" noGrp="1" noRot="1"/>
          </p:cNvSpPr>
          <p:nvPr>
            <p:ph type="sldImg"/>
          </p:nvPr>
        </p:nvSpPr>
        <p:spPr bwMode="auto"/>
      </p:sp>
      <p:sp>
        <p:nvSpPr>
          <p:cNvPr id="1485890606" name="Notes Placeholder 2"/>
          <p:cNvSpPr>
            <a:spLocks noGrp="1"/>
          </p:cNvSpPr>
          <p:nvPr>
            <p:ph type="body" idx="1"/>
          </p:nvPr>
        </p:nvSpPr>
        <p:spPr bwMode="auto"/>
        <p:txBody>
          <a:bodyPr/>
          <a:lstStyle/>
          <a:p>
            <a:pPr>
              <a:defRPr/>
            </a:pPr>
            <a:r>
              <a:rPr lang="zh-CN"/>
              <a:t>Before we get into the heavy data, we must align our tools. As you can see, I am holding a clicker. This clicker is an extension of my thoughts. I will now click. Ah, did you see that transition? Seamless. If the slide didn't change, it's not because of me. It's because the clicker is adjusting to my raw energy. Tech team, the aspect ratio looks perfect, by the way. I look incredibly proportioned. Let's proceed.</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94623197" name="Slide Image Placeholder 1"/>
          <p:cNvSpPr>
            <a:spLocks noChangeAspect="1" noGrp="1" noRot="1"/>
          </p:cNvSpPr>
          <p:nvPr>
            <p:ph type="sldImg"/>
          </p:nvPr>
        </p:nvSpPr>
        <p:spPr bwMode="auto"/>
      </p:sp>
      <p:sp>
        <p:nvSpPr>
          <p:cNvPr id="2138990382" name="Notes Placeholder 2"/>
          <p:cNvSpPr>
            <a:spLocks noGrp="1"/>
          </p:cNvSpPr>
          <p:nvPr>
            <p:ph type="body" idx="1"/>
          </p:nvPr>
        </p:nvSpPr>
        <p:spPr bwMode="auto"/>
        <p:txBody>
          <a:bodyPr/>
          <a:lstStyle/>
          <a:p>
            <a:pPr>
              <a:defRPr/>
            </a:pPr>
            <a:r>
              <a:rPr lang="zh-CN"/>
              <a:t>Now, who am I to make these claims? Here are my credentials. As you can see from this word cloud, I am highly skilled in synergy, paradigm shifting, and thought leadership. I have spent over ten thousand hours nodding slowly in meetings while someone else spoke. It’s a craft. If you look closely at the bottom, in the ten-point font, you’ll see I’m also certified in pointing at things. Very important for the next slide.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04299811" name="Slide Image Placeholder 1"/>
          <p:cNvSpPr>
            <a:spLocks noChangeAspect="1" noGrp="1" noRot="1"/>
          </p:cNvSpPr>
          <p:nvPr>
            <p:ph type="sldImg"/>
          </p:nvPr>
        </p:nvSpPr>
        <p:spPr bwMode="auto"/>
      </p:sp>
      <p:sp>
        <p:nvSpPr>
          <p:cNvPr id="2049827875" name="Notes Placeholder 2"/>
          <p:cNvSpPr>
            <a:spLocks noGrp="1"/>
          </p:cNvSpPr>
          <p:nvPr>
            <p:ph type="body" idx="1"/>
          </p:nvPr>
        </p:nvSpPr>
        <p:spPr bwMode="auto"/>
        <p:txBody>
          <a:bodyPr/>
          <a:lstStyle/>
          <a:p>
            <a:pPr>
              <a:defRPr/>
            </a:pPr>
            <a:r>
              <a:rPr lang="zh-CN"/>
              <a:t>Let's look at the data. I know the people in the back can't read the labels on this chart. That is by design. The labels are proprietary. But as you can see from this bright green line—which I hope is rendering beautifully on these screens—it goes straight up and to the right. In fact, it has left the chart entirely. That is what we in the industry call 'unbounded trajectory.' No questions on this, please. The data speaks for itself.</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29965782" name="Slide Image Placeholder 1"/>
          <p:cNvSpPr>
            <a:spLocks noChangeAspect="1" noGrp="1" noRot="1"/>
          </p:cNvSpPr>
          <p:nvPr>
            <p:ph type="sldImg"/>
          </p:nvPr>
        </p:nvSpPr>
        <p:spPr bwMode="auto"/>
      </p:sp>
      <p:sp>
        <p:nvSpPr>
          <p:cNvPr id="1579900686" name="Notes Placeholder 2"/>
          <p:cNvSpPr>
            <a:spLocks noGrp="1"/>
          </p:cNvSpPr>
          <p:nvPr>
            <p:ph type="body" idx="1"/>
          </p:nvPr>
        </p:nvSpPr>
        <p:spPr bwMode="auto"/>
        <p:txBody>
          <a:bodyPr/>
          <a:lstStyle/>
          <a:p>
            <a:pPr>
              <a:defRPr/>
            </a:pPr>
            <a:r>
              <a:rPr lang="zh-CN"/>
              <a:t>To further explain my skillset, I prepared this Venn diagram. Note the distinct primary colors. Red represents my genius. Blue is what I am saying right now. Yellow is your comprehension of my genius. You will notice there is absolutely no overlap. This is mathematically correct. If they overlapped, it would mean we are peers, and as established by slide one, I am the best. Let’s let that sink in for a moment.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97203074" name="Slide Image Placeholder 1"/>
          <p:cNvSpPr>
            <a:spLocks noChangeAspect="1" noGrp="1" noRot="1"/>
          </p:cNvSpPr>
          <p:nvPr>
            <p:ph type="sldImg"/>
          </p:nvPr>
        </p:nvSpPr>
        <p:spPr bwMode="auto"/>
      </p:sp>
      <p:sp>
        <p:nvSpPr>
          <p:cNvPr id="616783916" name="Notes Placeholder 2"/>
          <p:cNvSpPr>
            <a:spLocks noGrp="1"/>
          </p:cNvSpPr>
          <p:nvPr>
            <p:ph type="body" idx="1"/>
          </p:nvPr>
        </p:nvSpPr>
        <p:spPr bwMode="auto"/>
        <p:txBody>
          <a:bodyPr/>
          <a:lstStyle/>
          <a:p>
            <a:pPr>
              <a:defRPr/>
            </a:pPr>
            <a:r>
              <a:rPr lang="zh-CN"/>
              <a:t>I like to keep my presentations interactive. It keeps you awake, and it makes me look democratic. So, quick show of hands. How inspired do you feel right now? Option A: Extremely Inspired? Option B: Mind-Blown? Or Option C: Yes? Thank you for your active participation. I see a unanimous consensus for Option C. Let’s move on.</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72237634" name="Slide Image Placeholder 1"/>
          <p:cNvSpPr>
            <a:spLocks noChangeAspect="1" noGrp="1" noRot="1"/>
          </p:cNvSpPr>
          <p:nvPr>
            <p:ph type="sldImg"/>
          </p:nvPr>
        </p:nvSpPr>
        <p:spPr bwMode="auto"/>
      </p:sp>
      <p:sp>
        <p:nvSpPr>
          <p:cNvPr id="1962117298" name="Notes Placeholder 2"/>
          <p:cNvSpPr>
            <a:spLocks noGrp="1"/>
          </p:cNvSpPr>
          <p:nvPr>
            <p:ph type="body" idx="1"/>
          </p:nvPr>
        </p:nvSpPr>
        <p:spPr bwMode="auto"/>
        <p:txBody>
          <a:bodyPr/>
          <a:lstStyle/>
          <a:p>
            <a:pPr>
              <a:defRPr/>
            </a:pPr>
            <a:r>
              <a:rPr lang="zh-CN"/>
              <a:t>Every great presentation needs an inspirational quote. I looked through history—Socrates, Seneca, Steve Jobs—and honestly, none of them captured my specific brand of wisdom. So I wrote one myself. 'Do not follow the path. Build the path, walk on it, realize you built it in the wrong direction, and then convince everyone it was a shortcut.' I’ll give you a moment to take a photo of this slide. Yes, you in the front row, go ahead. I’ll wait.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3768372" name="Slide Image Placeholder 1"/>
          <p:cNvSpPr>
            <a:spLocks noChangeAspect="1" noGrp="1" noRot="1"/>
          </p:cNvSpPr>
          <p:nvPr>
            <p:ph type="sldImg"/>
          </p:nvPr>
        </p:nvSpPr>
        <p:spPr bwMode="auto"/>
      </p:sp>
      <p:sp>
        <p:nvSpPr>
          <p:cNvPr id="544084906" name="Notes Placeholder 2"/>
          <p:cNvSpPr>
            <a:spLocks noGrp="1"/>
          </p:cNvSpPr>
          <p:nvPr>
            <p:ph type="body" idx="1"/>
          </p:nvPr>
        </p:nvSpPr>
        <p:spPr bwMode="auto"/>
        <p:txBody>
          <a:bodyPr/>
          <a:lstStyle/>
          <a:p>
            <a:pPr>
              <a:defRPr/>
            </a:pPr>
            <a:r>
              <a:rPr lang="zh-CN"/>
              <a:t>Oh, it seems my clicker has run out of juice. Or perhaps my charisma has overloaded the wireless receiver. No matter. We will now transition to the classic presenter trope: the verbal cue. Tech team, in three, two, one... next slide, please.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25138024" name="Slide Image Placeholder 1"/>
          <p:cNvSpPr>
            <a:spLocks noChangeAspect="1" noGrp="1" noRot="1"/>
          </p:cNvSpPr>
          <p:nvPr>
            <p:ph type="sldImg"/>
          </p:nvPr>
        </p:nvSpPr>
        <p:spPr bwMode="auto"/>
      </p:sp>
      <p:sp>
        <p:nvSpPr>
          <p:cNvPr id="965012787" name="Notes Placeholder 2"/>
          <p:cNvSpPr>
            <a:spLocks noGrp="1"/>
          </p:cNvSpPr>
          <p:nvPr>
            <p:ph type="body" idx="1"/>
          </p:nvPr>
        </p:nvSpPr>
        <p:spPr bwMode="auto"/>
        <p:txBody>
          <a:bodyPr/>
          <a:lstStyle/>
          <a:p>
            <a:pPr>
              <a:defRPr/>
            </a:pPr>
            <a:r>
              <a:rPr lang="zh-CN"/>
              <a:t>Let's look at this comparison table. This is what we call competitive analysis. You'll notice that under 'Accurate Data,' I scored myself as 'Irrelevant' because data is a crutch for people who don't have slides this beautiful. Others are labeled 'Obsessive,' which is just sad. And look at 'Modesty.' My modesty is, quite frankly, unparalleled. Nobody is more modest than me. It's a fact.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95221983" name="Slide Image Placeholder 1"/>
          <p:cNvSpPr>
            <a:spLocks noChangeAspect="1" noGrp="1" noRot="1"/>
          </p:cNvSpPr>
          <p:nvPr>
            <p:ph type="sldImg"/>
          </p:nvPr>
        </p:nvSpPr>
        <p:spPr bwMode="auto"/>
      </p:sp>
      <p:sp>
        <p:nvSpPr>
          <p:cNvPr id="1756445882" name="Notes Placeholder 2"/>
          <p:cNvSpPr>
            <a:spLocks noGrp="1"/>
          </p:cNvSpPr>
          <p:nvPr>
            <p:ph type="body" idx="1"/>
          </p:nvPr>
        </p:nvSpPr>
        <p:spPr bwMode="auto"/>
        <p:txBody>
          <a:bodyPr/>
          <a:lstStyle/>
          <a:p>
            <a:pPr>
              <a:defRPr/>
            </a:pPr>
            <a:r>
              <a:rPr lang="zh-CN"/>
              <a:t>I wanted to include some technical details for the AV experts and organizers in the room. This slide contains my entire methodology. I'm going to let you read this on your own time. I'll give you about three seconds. Done? Excellent. Let's keep moving. The pacing must remain swift.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05132597" name="Slide Image Placeholder 1"/>
          <p:cNvSpPr>
            <a:spLocks noChangeAspect="1" noGrp="1" noRot="1"/>
          </p:cNvSpPr>
          <p:nvPr>
            <p:ph type="sldImg"/>
          </p:nvPr>
        </p:nvSpPr>
        <p:spPr bwMode="auto"/>
      </p:sp>
      <p:sp>
        <p:nvSpPr>
          <p:cNvPr id="771111351" name="Notes Placeholder 2"/>
          <p:cNvSpPr>
            <a:spLocks noGrp="1"/>
          </p:cNvSpPr>
          <p:nvPr>
            <p:ph type="body" idx="1"/>
          </p:nvPr>
        </p:nvSpPr>
        <p:spPr bwMode="auto"/>
        <p:txBody>
          <a:bodyPr/>
          <a:lstStyle/>
          <a:p>
            <a:pPr>
              <a:defRPr/>
            </a:pPr>
            <a:r>
              <a:rPr lang="zh-CN"/>
              <a:t>Now, no modern presentation is complete without high-production media assets. Let's do a live test of our local playback. This tests local hardware acceleration and audio routing. The video preview frame is rendering on the screen with a clean play button overlay. Let's run it. Beautiful. The audio track is active and playing. Technical crew, please confirm the stereo channels are properly balanced and there are no dropouts.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70435143" name="Slide Image Placeholder 1"/>
          <p:cNvSpPr>
            <a:spLocks noChangeAspect="1" noGrp="1" noRot="1"/>
          </p:cNvSpPr>
          <p:nvPr>
            <p:ph type="sldImg"/>
          </p:nvPr>
        </p:nvSpPr>
        <p:spPr bwMode="auto"/>
      </p:sp>
      <p:sp>
        <p:nvSpPr>
          <p:cNvPr id="1699331273" name="Notes Placeholder 2"/>
          <p:cNvSpPr>
            <a:spLocks noGrp="1"/>
          </p:cNvSpPr>
          <p:nvPr>
            <p:ph type="body" idx="1"/>
          </p:nvPr>
        </p:nvSpPr>
        <p:spPr bwMode="auto"/>
        <p:txBody>
          <a:bodyPr/>
          <a:lstStyle/>
          <a:p>
            <a:pPr>
              <a:defRPr/>
            </a:pPr>
            <a:r>
              <a:rPr lang="zh-CN"/>
              <a:t>Moving on, let's test our network playback capabilities by streaming directly from YouTube. This verifies external browser bandwidth and streaming stability. In your final presentation, you can embed this directly into PowerPoint by selecting Insert -&gt; Video -&gt; Online Video, and pasting the YouTube URL so it plays natively on click during your presentation. For this check, clicking the player card mockup tests our network pathing and buffer stability. Let's make sure the stream load time is under our five-second threshold.</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36473309" name="Slide Image Placeholder 1"/>
          <p:cNvSpPr>
            <a:spLocks noChangeAspect="1" noGrp="1" noRot="1"/>
          </p:cNvSpPr>
          <p:nvPr>
            <p:ph type="sldImg"/>
          </p:nvPr>
        </p:nvSpPr>
        <p:spPr bwMode="auto"/>
      </p:sp>
      <p:sp>
        <p:nvSpPr>
          <p:cNvPr id="1362585945" name="Notes Placeholder 2"/>
          <p:cNvSpPr>
            <a:spLocks noGrp="1"/>
          </p:cNvSpPr>
          <p:nvPr>
            <p:ph type="body" idx="1"/>
          </p:nvPr>
        </p:nvSpPr>
        <p:spPr bwMode="auto"/>
        <p:txBody>
          <a:bodyPr/>
          <a:lstStyle/>
          <a:p>
            <a:pPr>
              <a:defRPr/>
            </a:pPr>
            <a:r>
              <a:rPr lang="zh-CN"/>
              <a:t>Finally, let's test our system's fail-safe behavior. We need to verify how our display handles missing assets or dead links without locking up or crashing. Clicking this red player card mockup triggers a standard 404 LINK_NOT_FOUND error simulation. This tests our recovery response. As you can see, the error UI renders correctly in high-contrast red warning status, and the presenter can seamlessly proceed to the next slide without any system lock-ups. Excellent recovery resilience.</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46931707" name="Slide Image Placeholder 1"/>
          <p:cNvSpPr>
            <a:spLocks noChangeAspect="1" noGrp="1" noRot="1"/>
          </p:cNvSpPr>
          <p:nvPr>
            <p:ph type="sldImg"/>
          </p:nvPr>
        </p:nvSpPr>
        <p:spPr bwMode="auto"/>
      </p:sp>
      <p:sp>
        <p:nvSpPr>
          <p:cNvPr id="1887712056" name="Notes Placeholder 2"/>
          <p:cNvSpPr>
            <a:spLocks noGrp="1"/>
          </p:cNvSpPr>
          <p:nvPr>
            <p:ph type="body" idx="1"/>
          </p:nvPr>
        </p:nvSpPr>
        <p:spPr bwMode="auto"/>
        <p:txBody>
          <a:bodyPr/>
          <a:lstStyle/>
          <a:p>
            <a:pPr>
              <a:defRPr/>
            </a:pPr>
            <a:r>
              <a:rPr lang="zh-CN"/>
              <a:t>To summarize the core takeaways of this presentation: First, bullet point number one. Second, bullet point number two. Third... well, you get the idea. The bullets are empty to represent the vast open space of potential that you now possess after listening to me. It's symbolic.</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57302137" name="Slide Image Placeholder 1"/>
          <p:cNvSpPr>
            <a:spLocks noChangeAspect="1" noGrp="1" noRot="1"/>
          </p:cNvSpPr>
          <p:nvPr>
            <p:ph type="sldImg"/>
          </p:nvPr>
        </p:nvSpPr>
        <p:spPr bwMode="auto"/>
      </p:sp>
      <p:sp>
        <p:nvSpPr>
          <p:cNvPr id="78014588" name="Notes Placeholder 2"/>
          <p:cNvSpPr>
            <a:spLocks noGrp="1"/>
          </p:cNvSpPr>
          <p:nvPr>
            <p:ph type="body" idx="1"/>
          </p:nvPr>
        </p:nvSpPr>
        <p:spPr bwMode="auto"/>
        <p:txBody>
          <a:bodyPr/>
          <a:lstStyle/>
          <a:p>
            <a:pPr>
              <a:defRPr/>
            </a:pPr>
            <a:r>
              <a:rPr lang="zh-CN"/>
              <a:t>And that brings us to the end. I will now take questions, but only if they are formatted as compliments. If they are actual questions, please email them to an address I will not be providing. Thank you, tech crew, the audio was crisp, the slides looked stunning, and my confidence is at an all-time high. Go forth and be almost as good as me. Thank you.</a:t>
            </a:r>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1371475949" name="Title 1"/>
          <p:cNvSpPr>
            <a:spLocks noGrp="1"/>
          </p:cNvSpPr>
          <p:nvPr>
            <p:ph type="ctrTitle"/>
          </p:nvPr>
        </p:nvSpPr>
        <p:spPr bwMode="auto">
          <a:xfrm>
            <a:off x="685800" y="2130425"/>
            <a:ext cx="7772400" cy="1470025"/>
          </a:xfrm>
        </p:spPr>
        <p:txBody>
          <a:bodyPr/>
          <a:lstStyle/>
          <a:p>
            <a:pPr>
              <a:defRPr/>
            </a:pPr>
            <a:r>
              <a:rPr lang="en-US"/>
              <a:t>Click to edit Master title style</a:t>
            </a:r>
            <a:endParaRPr lang="en-US"/>
          </a:p>
        </p:txBody>
      </p:sp>
      <p:sp>
        <p:nvSpPr>
          <p:cNvPr id="491972225" name="Subtitle 2"/>
          <p:cNvSpPr>
            <a:spLocks noGrp="1"/>
          </p:cNvSpPr>
          <p:nvPr>
            <p:ph type="subTitle" idx="1"/>
          </p:nvPr>
        </p:nvSpPr>
        <p:spPr bwMode="auto">
          <a:xfrm>
            <a:off x="1371600" y="3886200"/>
            <a:ext cx="6400800" cy="175259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endParaRPr lang="en-US"/>
          </a:p>
        </p:txBody>
      </p:sp>
      <p:sp>
        <p:nvSpPr>
          <p:cNvPr id="1515213634"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240988672" name="Footer Placeholder 4"/>
          <p:cNvSpPr>
            <a:spLocks noGrp="1"/>
          </p:cNvSpPr>
          <p:nvPr>
            <p:ph type="ftr" sz="quarter" idx="11"/>
          </p:nvPr>
        </p:nvSpPr>
        <p:spPr bwMode="auto"/>
        <p:txBody>
          <a:bodyPr/>
          <a:lstStyle/>
          <a:p>
            <a:pPr>
              <a:defRPr/>
            </a:pPr>
            <a:endParaRPr lang="en-US"/>
          </a:p>
        </p:txBody>
      </p:sp>
      <p:sp>
        <p:nvSpPr>
          <p:cNvPr id="1832974686"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53986165" name="Title 1"/>
          <p:cNvSpPr>
            <a:spLocks noGrp="1"/>
          </p:cNvSpPr>
          <p:nvPr>
            <p:ph type="title"/>
          </p:nvPr>
        </p:nvSpPr>
        <p:spPr bwMode="auto"/>
        <p:txBody>
          <a:bodyPr/>
          <a:lstStyle/>
          <a:p>
            <a:pPr>
              <a:defRPr/>
            </a:pPr>
            <a:r>
              <a:rPr lang="en-US"/>
              <a:t>Click to edit Master title style</a:t>
            </a:r>
            <a:endParaRPr lang="en-US"/>
          </a:p>
        </p:txBody>
      </p:sp>
      <p:sp>
        <p:nvSpPr>
          <p:cNvPr id="1159996057"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749236263"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969331475" name="Footer Placeholder 4"/>
          <p:cNvSpPr>
            <a:spLocks noGrp="1"/>
          </p:cNvSpPr>
          <p:nvPr>
            <p:ph type="ftr" sz="quarter" idx="11"/>
          </p:nvPr>
        </p:nvSpPr>
        <p:spPr bwMode="auto"/>
        <p:txBody>
          <a:bodyPr/>
          <a:lstStyle/>
          <a:p>
            <a:pPr>
              <a:defRPr/>
            </a:pPr>
            <a:endParaRPr lang="en-US"/>
          </a:p>
        </p:txBody>
      </p:sp>
      <p:sp>
        <p:nvSpPr>
          <p:cNvPr id="2024065597"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766439664" name="Title 1"/>
          <p:cNvSpPr>
            <a:spLocks noGrp="1"/>
          </p:cNvSpPr>
          <p:nvPr>
            <p:ph type="title"/>
          </p:nvPr>
        </p:nvSpPr>
        <p:spPr bwMode="auto">
          <a:xfrm>
            <a:off x="722313" y="4406900"/>
            <a:ext cx="7772400" cy="1362075"/>
          </a:xfrm>
        </p:spPr>
        <p:txBody>
          <a:bodyPr anchor="t"/>
          <a:lstStyle>
            <a:lvl1pPr algn="l">
              <a:defRPr sz="4000" b="1" cap="all"/>
            </a:lvl1pPr>
          </a:lstStyle>
          <a:p>
            <a:pPr>
              <a:defRPr/>
            </a:pPr>
            <a:r>
              <a:rPr lang="en-US"/>
              <a:t>Click to edit Master title style</a:t>
            </a:r>
            <a:endParaRPr lang="en-US"/>
          </a:p>
        </p:txBody>
      </p:sp>
      <p:sp>
        <p:nvSpPr>
          <p:cNvPr id="979742227" name="Text Placeholder 2"/>
          <p:cNvSpPr>
            <a:spLocks noGrp="1"/>
          </p:cNvSpPr>
          <p:nvPr>
            <p:ph type="body" idx="1"/>
          </p:nvPr>
        </p:nvSpPr>
        <p:spPr bwMode="auto">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436314653"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2080254711" name="Footer Placeholder 4"/>
          <p:cNvSpPr>
            <a:spLocks noGrp="1"/>
          </p:cNvSpPr>
          <p:nvPr>
            <p:ph type="ftr" sz="quarter" idx="11"/>
          </p:nvPr>
        </p:nvSpPr>
        <p:spPr bwMode="auto"/>
        <p:txBody>
          <a:bodyPr/>
          <a:lstStyle/>
          <a:p>
            <a:pPr>
              <a:defRPr/>
            </a:pPr>
            <a:endParaRPr lang="en-US"/>
          </a:p>
        </p:txBody>
      </p:sp>
      <p:sp>
        <p:nvSpPr>
          <p:cNvPr id="139825083"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779000523" name="Title 1"/>
          <p:cNvSpPr>
            <a:spLocks noGrp="1"/>
          </p:cNvSpPr>
          <p:nvPr>
            <p:ph type="title"/>
          </p:nvPr>
        </p:nvSpPr>
        <p:spPr bwMode="auto"/>
        <p:txBody>
          <a:bodyPr/>
          <a:lstStyle/>
          <a:p>
            <a:pPr>
              <a:defRPr/>
            </a:pPr>
            <a:r>
              <a:rPr lang="en-US"/>
              <a:t>Click to edit Master title style</a:t>
            </a:r>
            <a:endParaRPr lang="en-US"/>
          </a:p>
        </p:txBody>
      </p:sp>
      <p:sp>
        <p:nvSpPr>
          <p:cNvPr id="507208799" name="Content Placeholder 2"/>
          <p:cNvSpPr>
            <a:spLocks noGrp="1"/>
          </p:cNvSpPr>
          <p:nvPr>
            <p:ph sz="half" idx="1"/>
          </p:nvPr>
        </p:nvSpPr>
        <p:spPr bwMode="auto">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682252638" name="Content Placeholder 3"/>
          <p:cNvSpPr>
            <a:spLocks noGrp="1"/>
          </p:cNvSpPr>
          <p:nvPr>
            <p:ph sz="half" idx="2"/>
          </p:nvPr>
        </p:nvSpPr>
        <p:spPr bwMode="auto">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311132696"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821326117" name="Footer Placeholder 5"/>
          <p:cNvSpPr>
            <a:spLocks noGrp="1"/>
          </p:cNvSpPr>
          <p:nvPr>
            <p:ph type="ftr" sz="quarter" idx="11"/>
          </p:nvPr>
        </p:nvSpPr>
        <p:spPr bwMode="auto"/>
        <p:txBody>
          <a:bodyPr/>
          <a:lstStyle/>
          <a:p>
            <a:pPr>
              <a:defRPr/>
            </a:pPr>
            <a:endParaRPr lang="en-US"/>
          </a:p>
        </p:txBody>
      </p:sp>
      <p:sp>
        <p:nvSpPr>
          <p:cNvPr id="1277140737"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115214386" name="Title 1"/>
          <p:cNvSpPr>
            <a:spLocks noGrp="1"/>
          </p:cNvSpPr>
          <p:nvPr>
            <p:ph type="title"/>
          </p:nvPr>
        </p:nvSpPr>
        <p:spPr bwMode="auto"/>
        <p:txBody>
          <a:bodyPr/>
          <a:lstStyle>
            <a:lvl1pPr>
              <a:defRPr/>
            </a:lvl1pPr>
          </a:lstStyle>
          <a:p>
            <a:pPr>
              <a:defRPr/>
            </a:pPr>
            <a:r>
              <a:rPr lang="en-US"/>
              <a:t>Click to edit Master title style</a:t>
            </a:r>
            <a:endParaRPr lang="en-US"/>
          </a:p>
        </p:txBody>
      </p:sp>
      <p:sp>
        <p:nvSpPr>
          <p:cNvPr id="2072135825" name="Text Placeholder 2"/>
          <p:cNvSpPr>
            <a:spLocks noGrp="1"/>
          </p:cNvSpPr>
          <p:nvPr>
            <p:ph type="body" idx="1"/>
          </p:nvPr>
        </p:nvSpPr>
        <p:spPr bwMode="auto">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891119303" name="Content Placeholder 3"/>
          <p:cNvSpPr>
            <a:spLocks noGrp="1"/>
          </p:cNvSpPr>
          <p:nvPr>
            <p:ph sz="half" idx="2"/>
          </p:nvPr>
        </p:nvSpPr>
        <p:spPr bwMode="auto">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446054966" name="Text Placeholder 4"/>
          <p:cNvSpPr>
            <a:spLocks noGrp="1"/>
          </p:cNvSpPr>
          <p:nvPr>
            <p:ph type="body" sz="quarter" idx="3"/>
          </p:nvPr>
        </p:nvSpPr>
        <p:spPr bwMode="auto">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469348619" name="Content Placeholder 5"/>
          <p:cNvSpPr>
            <a:spLocks noGrp="1"/>
          </p:cNvSpPr>
          <p:nvPr>
            <p:ph sz="quarter" idx="4"/>
          </p:nvPr>
        </p:nvSpPr>
        <p:spPr bwMode="auto">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550668924" name="Date Placeholder 6"/>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939004622" name="Footer Placeholder 7"/>
          <p:cNvSpPr>
            <a:spLocks noGrp="1"/>
          </p:cNvSpPr>
          <p:nvPr>
            <p:ph type="ftr" sz="quarter" idx="11"/>
          </p:nvPr>
        </p:nvSpPr>
        <p:spPr bwMode="auto"/>
        <p:txBody>
          <a:bodyPr/>
          <a:lstStyle/>
          <a:p>
            <a:pPr>
              <a:defRPr/>
            </a:pPr>
            <a:endParaRPr lang="en-US"/>
          </a:p>
        </p:txBody>
      </p:sp>
      <p:sp>
        <p:nvSpPr>
          <p:cNvPr id="422231751" name="Slide Number Placeholder 8"/>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129873345" name="Title 1"/>
          <p:cNvSpPr>
            <a:spLocks noGrp="1"/>
          </p:cNvSpPr>
          <p:nvPr>
            <p:ph type="title"/>
          </p:nvPr>
        </p:nvSpPr>
        <p:spPr bwMode="auto"/>
        <p:txBody>
          <a:bodyPr/>
          <a:lstStyle/>
          <a:p>
            <a:pPr>
              <a:defRPr/>
            </a:pPr>
            <a:r>
              <a:rPr lang="en-US"/>
              <a:t>Click to edit Master title style</a:t>
            </a:r>
            <a:endParaRPr lang="en-US"/>
          </a:p>
        </p:txBody>
      </p:sp>
      <p:sp>
        <p:nvSpPr>
          <p:cNvPr id="963582112" name="Date Placeholder 2"/>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908266566" name="Footer Placeholder 3"/>
          <p:cNvSpPr>
            <a:spLocks noGrp="1"/>
          </p:cNvSpPr>
          <p:nvPr>
            <p:ph type="ftr" sz="quarter" idx="11"/>
          </p:nvPr>
        </p:nvSpPr>
        <p:spPr bwMode="auto"/>
        <p:txBody>
          <a:bodyPr/>
          <a:lstStyle/>
          <a:p>
            <a:pPr>
              <a:defRPr/>
            </a:pPr>
            <a:endParaRPr lang="en-US"/>
          </a:p>
        </p:txBody>
      </p:sp>
      <p:sp>
        <p:nvSpPr>
          <p:cNvPr id="1065107710" name="Slide Number Placeholder 4"/>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1356065602" name="Date Placeholder 1"/>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966714965" name="Footer Placeholder 2"/>
          <p:cNvSpPr>
            <a:spLocks noGrp="1"/>
          </p:cNvSpPr>
          <p:nvPr>
            <p:ph type="ftr" sz="quarter" idx="11"/>
          </p:nvPr>
        </p:nvSpPr>
        <p:spPr bwMode="auto"/>
        <p:txBody>
          <a:bodyPr/>
          <a:lstStyle/>
          <a:p>
            <a:pPr>
              <a:defRPr/>
            </a:pPr>
            <a:endParaRPr lang="en-US"/>
          </a:p>
        </p:txBody>
      </p:sp>
      <p:sp>
        <p:nvSpPr>
          <p:cNvPr id="984523684" name="Slide Number Placeholder 3"/>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1612272641" name="Title 1"/>
          <p:cNvSpPr>
            <a:spLocks noGrp="1"/>
          </p:cNvSpPr>
          <p:nvPr>
            <p:ph type="title"/>
          </p:nvPr>
        </p:nvSpPr>
        <p:spPr bwMode="auto">
          <a:xfrm>
            <a:off x="457200" y="273050"/>
            <a:ext cx="3008313" cy="1162050"/>
          </a:xfrm>
        </p:spPr>
        <p:txBody>
          <a:bodyPr anchor="b"/>
          <a:lstStyle>
            <a:lvl1pPr algn="l">
              <a:defRPr sz="2000" b="1"/>
            </a:lvl1pPr>
          </a:lstStyle>
          <a:p>
            <a:pPr>
              <a:defRPr/>
            </a:pPr>
            <a:r>
              <a:rPr lang="en-US"/>
              <a:t>Click to edit Master title style</a:t>
            </a:r>
            <a:endParaRPr lang="en-US"/>
          </a:p>
        </p:txBody>
      </p:sp>
      <p:sp>
        <p:nvSpPr>
          <p:cNvPr id="491804176" name="Content Placeholder 2"/>
          <p:cNvSpPr>
            <a:spLocks noGrp="1"/>
          </p:cNvSpPr>
          <p:nvPr>
            <p:ph idx="1"/>
          </p:nvPr>
        </p:nvSpPr>
        <p:spPr bwMode="auto">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426305700" name="Text Placeholder 3"/>
          <p:cNvSpPr>
            <a:spLocks noGrp="1"/>
          </p:cNvSpPr>
          <p:nvPr>
            <p:ph type="body" sz="half" idx="2"/>
          </p:nvPr>
        </p:nvSpPr>
        <p:spPr bwMode="auto">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1991122962"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12915428" name="Footer Placeholder 5"/>
          <p:cNvSpPr>
            <a:spLocks noGrp="1"/>
          </p:cNvSpPr>
          <p:nvPr>
            <p:ph type="ftr" sz="quarter" idx="11"/>
          </p:nvPr>
        </p:nvSpPr>
        <p:spPr bwMode="auto"/>
        <p:txBody>
          <a:bodyPr/>
          <a:lstStyle/>
          <a:p>
            <a:pPr>
              <a:defRPr/>
            </a:pPr>
            <a:endParaRPr lang="en-US"/>
          </a:p>
        </p:txBody>
      </p:sp>
      <p:sp>
        <p:nvSpPr>
          <p:cNvPr id="1508097935"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355117848" name="Title 1"/>
          <p:cNvSpPr>
            <a:spLocks noGrp="1"/>
          </p:cNvSpPr>
          <p:nvPr>
            <p:ph type="title"/>
          </p:nvPr>
        </p:nvSpPr>
        <p:spPr bwMode="auto">
          <a:xfrm>
            <a:off x="1792288" y="4800600"/>
            <a:ext cx="5486400" cy="566738"/>
          </a:xfrm>
        </p:spPr>
        <p:txBody>
          <a:bodyPr anchor="b"/>
          <a:lstStyle>
            <a:lvl1pPr algn="l">
              <a:defRPr sz="2000" b="1"/>
            </a:lvl1pPr>
          </a:lstStyle>
          <a:p>
            <a:pPr>
              <a:defRPr/>
            </a:pPr>
            <a:r>
              <a:rPr lang="en-US"/>
              <a:t>Click to edit Master title style</a:t>
            </a:r>
            <a:endParaRPr lang="en-US"/>
          </a:p>
        </p:txBody>
      </p:sp>
      <p:sp>
        <p:nvSpPr>
          <p:cNvPr id="958014921" name="Picture Placeholder 2"/>
          <p:cNvSpPr>
            <a:spLocks noGrp="1"/>
          </p:cNvSpPr>
          <p:nvPr>
            <p:ph type="pic" idx="1"/>
          </p:nvPr>
        </p:nvSpPr>
        <p:spPr bwMode="auto">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1417643286" name="Text Placeholder 3"/>
          <p:cNvSpPr>
            <a:spLocks noGrp="1"/>
          </p:cNvSpPr>
          <p:nvPr>
            <p:ph type="body" sz="half" idx="2"/>
          </p:nvPr>
        </p:nvSpPr>
        <p:spPr bwMode="auto">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2016695924"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786023971" name="Footer Placeholder 5"/>
          <p:cNvSpPr>
            <a:spLocks noGrp="1"/>
          </p:cNvSpPr>
          <p:nvPr>
            <p:ph type="ftr" sz="quarter" idx="11"/>
          </p:nvPr>
        </p:nvSpPr>
        <p:spPr bwMode="auto"/>
        <p:txBody>
          <a:bodyPr/>
          <a:lstStyle/>
          <a:p>
            <a:pPr>
              <a:defRPr/>
            </a:pPr>
            <a:endParaRPr lang="en-US"/>
          </a:p>
        </p:txBody>
      </p:sp>
      <p:sp>
        <p:nvSpPr>
          <p:cNvPr id="221957991"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1621110018" name="Title 1"/>
          <p:cNvSpPr>
            <a:spLocks noGrp="1"/>
          </p:cNvSpPr>
          <p:nvPr>
            <p:ph type="title"/>
          </p:nvPr>
        </p:nvSpPr>
        <p:spPr bwMode="auto"/>
        <p:txBody>
          <a:bodyPr/>
          <a:lstStyle/>
          <a:p>
            <a:pPr>
              <a:defRPr/>
            </a:pPr>
            <a:r>
              <a:rPr lang="en-US"/>
              <a:t>Click to edit Master title style</a:t>
            </a:r>
            <a:endParaRPr lang="en-US"/>
          </a:p>
        </p:txBody>
      </p:sp>
      <p:sp>
        <p:nvSpPr>
          <p:cNvPr id="2139801708"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598224061"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820622646" name="Footer Placeholder 4"/>
          <p:cNvSpPr>
            <a:spLocks noGrp="1"/>
          </p:cNvSpPr>
          <p:nvPr>
            <p:ph type="ftr" sz="quarter" idx="11"/>
          </p:nvPr>
        </p:nvSpPr>
        <p:spPr bwMode="auto"/>
        <p:txBody>
          <a:bodyPr/>
          <a:lstStyle/>
          <a:p>
            <a:pPr>
              <a:defRPr/>
            </a:pPr>
            <a:endParaRPr lang="en-US"/>
          </a:p>
        </p:txBody>
      </p:sp>
      <p:sp>
        <p:nvSpPr>
          <p:cNvPr id="2143364189"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1899181487" name="Vertical Title 1"/>
          <p:cNvSpPr>
            <a:spLocks noGrp="1"/>
          </p:cNvSpPr>
          <p:nvPr>
            <p:ph type="title" orient="vert"/>
          </p:nvPr>
        </p:nvSpPr>
        <p:spPr bwMode="auto">
          <a:xfrm>
            <a:off x="6629400" y="274638"/>
            <a:ext cx="2057400" cy="5851525"/>
          </a:xfrm>
        </p:spPr>
        <p:txBody>
          <a:bodyPr vert="eaVert"/>
          <a:lstStyle/>
          <a:p>
            <a:pPr>
              <a:defRPr/>
            </a:pPr>
            <a:r>
              <a:rPr lang="en-US"/>
              <a:t>Click to edit Master title style</a:t>
            </a:r>
            <a:endParaRPr lang="en-US"/>
          </a:p>
        </p:txBody>
      </p:sp>
      <p:sp>
        <p:nvSpPr>
          <p:cNvPr id="1542581122" name="Vertical Text Placeholder 2"/>
          <p:cNvSpPr>
            <a:spLocks noGrp="1"/>
          </p:cNvSpPr>
          <p:nvPr>
            <p:ph type="body" orient="vert" idx="1"/>
          </p:nvPr>
        </p:nvSpPr>
        <p:spPr bwMode="auto">
          <a:xfrm>
            <a:off x="457200" y="274638"/>
            <a:ext cx="6019800" cy="5851525"/>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611734924"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43472691" name="Footer Placeholder 4"/>
          <p:cNvSpPr>
            <a:spLocks noGrp="1"/>
          </p:cNvSpPr>
          <p:nvPr>
            <p:ph type="ftr" sz="quarter" idx="11"/>
          </p:nvPr>
        </p:nvSpPr>
        <p:spPr bwMode="auto"/>
        <p:txBody>
          <a:bodyPr/>
          <a:lstStyle/>
          <a:p>
            <a:pPr>
              <a:defRPr/>
            </a:pPr>
            <a:endParaRPr lang="en-US"/>
          </a:p>
        </p:txBody>
      </p:sp>
      <p:sp>
        <p:nvSpPr>
          <p:cNvPr id="468711062"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397732956" name="Title Placeholder 1"/>
          <p:cNvSpPr>
            <a:spLocks noGrp="1"/>
          </p:cNvSpPr>
          <p:nvPr>
            <p:ph type="title"/>
          </p:nvPr>
        </p:nvSpPr>
        <p:spPr bwMode="auto">
          <a:xfrm>
            <a:off x="457200" y="274638"/>
            <a:ext cx="8229600" cy="1143000"/>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2021716451" name="Text Placeholder 2"/>
          <p:cNvSpPr>
            <a:spLocks noGrp="1"/>
          </p:cNvSpPr>
          <p:nvPr>
            <p:ph type="body" idx="1"/>
          </p:nvPr>
        </p:nvSpPr>
        <p:spPr bwMode="auto">
          <a:xfrm>
            <a:off x="457200" y="1600200"/>
            <a:ext cx="8229600" cy="4525963"/>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923781479" name="Date Placeholder 3"/>
          <p:cNvSpPr>
            <a:spLocks noGrp="1"/>
          </p:cNvSpPr>
          <p:nvPr>
            <p:ph type="dt" sz="half" idx="2"/>
          </p:nvPr>
        </p:nvSpPr>
        <p:spPr bwMode="auto">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5BCAD085-E8A6-8845-BD4E-CB4CCA059FC4}" type="datetimeFigureOut">
              <a:rPr lang="en-US"/>
              <a:t>1/27/13</a:t>
            </a:fld>
            <a:endParaRPr lang="en-US"/>
          </a:p>
        </p:txBody>
      </p:sp>
      <p:sp>
        <p:nvSpPr>
          <p:cNvPr id="1239255945" name="Footer Placeholder 4"/>
          <p:cNvSpPr>
            <a:spLocks noGrp="1"/>
          </p:cNvSpPr>
          <p:nvPr>
            <p:ph type="ftr" sz="quarter" idx="3"/>
          </p:nvPr>
        </p:nvSpPr>
        <p:spPr bwMode="auto">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1582594085" name="Slide Number Placeholder 5"/>
          <p:cNvSpPr>
            <a:spLocks noGrp="1"/>
          </p:cNvSpPr>
          <p:nvPr>
            <p:ph type="sldNum" sz="quarter" idx="4"/>
          </p:nvPr>
        </p:nvSpPr>
        <p:spPr bwMode="auto">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C1FF6DA9-008F-8B48-92A6-B652298478BF}"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a:spcBef>
          <a:spcPts val="0"/>
        </a:spcBef>
        <a:buNone/>
        <a:defRPr sz="4400">
          <a:solidFill>
            <a:schemeClr val="tx1"/>
          </a:solidFill>
          <a:latin typeface="+mj-lt"/>
          <a:ea typeface="+mj-ea"/>
          <a:cs typeface="+mj-cs"/>
        </a:defRPr>
      </a:lvl1pPr>
    </p:titleStyle>
    <p:bodyStyle>
      <a:lvl1pPr marL="342900" indent="-342900" algn="l" defTabSz="457200" rtl="0">
        <a:spcBef>
          <a:spcPts val="0"/>
        </a:spcBef>
        <a:buFont typeface="Arial"/>
        <a:buChar char="•"/>
        <a:defRPr sz="3200">
          <a:solidFill>
            <a:schemeClr val="tx1"/>
          </a:solidFill>
          <a:latin typeface="+mn-lt"/>
          <a:ea typeface="+mn-ea"/>
          <a:cs typeface="+mn-cs"/>
        </a:defRPr>
      </a:lvl1pPr>
      <a:lvl2pPr marL="742950" indent="-285750" algn="l" defTabSz="457200" rtl="0">
        <a:spcBef>
          <a:spcPts val="0"/>
        </a:spcBef>
        <a:buFont typeface="Arial"/>
        <a:buChar char="–"/>
        <a:defRPr sz="2800">
          <a:solidFill>
            <a:schemeClr val="tx1"/>
          </a:solidFill>
          <a:latin typeface="+mn-lt"/>
          <a:ea typeface="+mn-ea"/>
          <a:cs typeface="+mn-cs"/>
        </a:defRPr>
      </a:lvl2pPr>
      <a:lvl3pPr marL="1143000" indent="-228600" algn="l" defTabSz="457200" rtl="0">
        <a:spcBef>
          <a:spcPts val="0"/>
        </a:spcBef>
        <a:buFont typeface="Arial"/>
        <a:buChar char="•"/>
        <a:defRPr sz="2400">
          <a:solidFill>
            <a:schemeClr val="tx1"/>
          </a:solidFill>
          <a:latin typeface="+mn-lt"/>
          <a:ea typeface="+mn-ea"/>
          <a:cs typeface="+mn-cs"/>
        </a:defRPr>
      </a:lvl3pPr>
      <a:lvl4pPr marL="1600200" indent="-228600" algn="l" defTabSz="457200" rtl="0">
        <a:spcBef>
          <a:spcPts val="0"/>
        </a:spcBef>
        <a:buFont typeface="Arial"/>
        <a:buChar char="–"/>
        <a:defRPr sz="2000">
          <a:solidFill>
            <a:schemeClr val="tx1"/>
          </a:solidFill>
          <a:latin typeface="+mn-lt"/>
          <a:ea typeface="+mn-ea"/>
          <a:cs typeface="+mn-cs"/>
        </a:defRPr>
      </a:lvl4pPr>
      <a:lvl5pPr marL="2057400" indent="-228600" algn="l" defTabSz="457200" rtl="0">
        <a:spcBef>
          <a:spcPts val="0"/>
        </a:spcBef>
        <a:buFont typeface="Arial"/>
        <a:buChar char="»"/>
        <a:defRPr sz="2000">
          <a:solidFill>
            <a:schemeClr val="tx1"/>
          </a:solidFill>
          <a:latin typeface="+mn-lt"/>
          <a:ea typeface="+mn-ea"/>
          <a:cs typeface="+mn-cs"/>
        </a:defRPr>
      </a:lvl5pPr>
      <a:lvl6pPr marL="2514600" indent="-228600" algn="l" defTabSz="457200" rtl="0">
        <a:spcBef>
          <a:spcPts val="0"/>
        </a:spcBef>
        <a:buFont typeface="Arial"/>
        <a:buChar char="•"/>
        <a:defRPr sz="2000">
          <a:solidFill>
            <a:schemeClr val="tx1"/>
          </a:solidFill>
          <a:latin typeface="+mn-lt"/>
          <a:ea typeface="+mn-ea"/>
          <a:cs typeface="+mn-cs"/>
        </a:defRPr>
      </a:lvl6pPr>
      <a:lvl7pPr marL="2971800" indent="-228600" algn="l" defTabSz="457200" rtl="0">
        <a:spcBef>
          <a:spcPts val="0"/>
        </a:spcBef>
        <a:buFont typeface="Arial"/>
        <a:buChar char="•"/>
        <a:defRPr sz="2000">
          <a:solidFill>
            <a:schemeClr val="tx1"/>
          </a:solidFill>
          <a:latin typeface="+mn-lt"/>
          <a:ea typeface="+mn-ea"/>
          <a:cs typeface="+mn-cs"/>
        </a:defRPr>
      </a:lvl7pPr>
      <a:lvl8pPr marL="3429000" indent="-228600" algn="l" defTabSz="457200" rtl="0">
        <a:spcBef>
          <a:spcPts val="0"/>
        </a:spcBef>
        <a:buFont typeface="Arial"/>
        <a:buChar char="•"/>
        <a:defRPr sz="2000">
          <a:solidFill>
            <a:schemeClr val="tx1"/>
          </a:solidFill>
          <a:latin typeface="+mn-lt"/>
          <a:ea typeface="+mn-ea"/>
          <a:cs typeface="+mn-cs"/>
        </a:defRPr>
      </a:lvl8pPr>
      <a:lvl9pPr marL="3886200" indent="-228600" algn="l" defTabSz="4572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png"/><Relationship Id="rId5" Type="http://schemas.microsoft.com/office/2007/relationships/media" Target="../media/media1.mp4"/><Relationship Id="rId6" Type="http://schemas.openxmlformats.org/officeDocument/2006/relationships/video" Target="../media/media1.mp4" /></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jpg"/><Relationship Id="rId4" Type="http://schemas.openxmlformats.org/officeDocument/2006/relationships/oleObject" Target="../embeddings/oleObject2.bin"/></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jpg"/><Relationship Id="rId4" Type="http://schemas.openxmlformats.org/officeDocument/2006/relationships/oleObject" Target="../embeddings/oleObject3.bin"/></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77879190" name="Rectangle 2"/>
          <p:cNvSpPr/>
          <p:nvPr/>
        </p:nvSpPr>
        <p:spPr bwMode="auto">
          <a:xfrm>
            <a:off x="0" y="0"/>
            <a:ext cx="12192000" cy="6858000"/>
          </a:xfrm>
          <a:prstGeom prst="rect">
            <a:avLst/>
          </a:prstGeom>
          <a:pattFill prst="lgGrid">
            <a:fgClr>
              <a:srgbClr val="242428"/>
            </a:fgClr>
            <a:bgClr>
              <a:srgbClr val="121214"/>
            </a:bgClr>
          </a:pattFill>
          <a:ln>
            <a:noFill/>
          </a:ln>
        </p:spPr>
      </p:sp>
      <p:grpSp>
        <p:nvGrpSpPr>
          <p:cNvPr id="1229864414" name="Group 5"/>
          <p:cNvGrpSpPr/>
          <p:nvPr/>
        </p:nvGrpSpPr>
        <p:grpSpPr bwMode="auto">
          <a:xfrm>
            <a:off x="560070" y="379095"/>
            <a:ext cx="11060430" cy="249555"/>
            <a:chOff x="560070" y="379095"/>
            <a:chExt cx="11060430" cy="249555"/>
          </a:xfrm>
        </p:grpSpPr>
        <p:sp>
          <p:nvSpPr>
            <p:cNvPr id="3" name="TextBox 3"/>
            <p:cNvSpPr txBox="1"/>
            <p:nvPr/>
          </p:nvSpPr>
          <p:spPr bwMode="auto">
            <a:xfrm>
              <a:off x="560070" y="379095"/>
              <a:ext cx="1865090" cy="182880"/>
            </a:xfrm>
            <a:prstGeom prst="rect">
              <a:avLst/>
            </a:prstGeom>
            <a:noFill/>
            <a:ln>
              <a:noFill/>
            </a:ln>
          </p:spPr>
          <p:txBody>
            <a:bodyPr wrap="none" lIns="0" tIns="0" rIns="0" bIns="0" anchor="t" anchorCtr="0">
              <a:spAutoFit/>
            </a:bodyPr>
            <a:lstStyle/>
            <a:p>
              <a:pPr algn="l">
                <a:defRPr/>
              </a:pPr>
              <a:r>
                <a:rPr lang="zh-CN" sz="900">
                  <a:solidFill>
                    <a:srgbClr val="71717A"/>
                  </a:solidFill>
                  <a:latin typeface="Consolas"/>
                  <a:ea typeface="Microsoft YaHei"/>
                  <a:cs typeface="Consolas"/>
                </a:rPr>
                <a:t>AV_CALIBRATION_SYSTEM // v1.0</a:t>
              </a:r>
              <a:endParaRPr/>
            </a:p>
          </p:txBody>
        </p:sp>
        <p:sp>
          <p:nvSpPr>
            <p:cNvPr id="4" name="Line 4"/>
            <p:cNvSpPr/>
            <p:nvPr/>
          </p:nvSpPr>
          <p:spPr bwMode="auto">
            <a:xfrm>
              <a:off x="571500" y="619125"/>
              <a:ext cx="11049000" cy="9525"/>
            </a:xfrm>
            <a:custGeom>
              <a:avLst/>
              <a:gdLst/>
              <a:ahLst/>
              <a:cxnLst/>
              <a:rect l="l" t="t" r="r" b="b"/>
              <a:pathLst>
                <a:path w="11049000" h="9525" fill="norm" stroke="1" extrusionOk="0">
                  <a:moveTo>
                    <a:pt x="0" y="0"/>
                  </a:moveTo>
                  <a:lnTo>
                    <a:pt x="11049000" y="0"/>
                  </a:lnTo>
                </a:path>
              </a:pathLst>
            </a:custGeom>
            <a:noFill/>
            <a:ln w="14288">
              <a:solidFill>
                <a:srgbClr val="2E2E33"/>
              </a:solidFill>
            </a:ln>
          </p:spPr>
        </p:sp>
      </p:grpSp>
      <p:grpSp>
        <p:nvGrpSpPr>
          <p:cNvPr id="1879160943" name="Group 10"/>
          <p:cNvGrpSpPr/>
          <p:nvPr/>
        </p:nvGrpSpPr>
        <p:grpSpPr bwMode="auto">
          <a:xfrm>
            <a:off x="1714500" y="1958340"/>
            <a:ext cx="8763000" cy="1470660"/>
            <a:chOff x="1714500" y="1958340"/>
            <a:chExt cx="8763000" cy="1470660"/>
          </a:xfrm>
        </p:grpSpPr>
        <p:sp>
          <p:nvSpPr>
            <p:cNvPr id="6" name="TextBox 6"/>
            <p:cNvSpPr txBox="1"/>
            <p:nvPr/>
          </p:nvSpPr>
          <p:spPr bwMode="auto">
            <a:xfrm>
              <a:off x="3178683" y="1958340"/>
              <a:ext cx="5834634" cy="975360"/>
            </a:xfrm>
            <a:prstGeom prst="rect">
              <a:avLst/>
            </a:prstGeom>
            <a:noFill/>
            <a:ln>
              <a:noFill/>
            </a:ln>
          </p:spPr>
          <p:txBody>
            <a:bodyPr wrap="none" lIns="0" tIns="0" rIns="0" bIns="0" anchor="t" anchorCtr="0">
              <a:spAutoFit/>
            </a:bodyPr>
            <a:lstStyle/>
            <a:p>
              <a:pPr algn="ctr">
                <a:defRPr/>
              </a:pPr>
              <a:r>
                <a:rPr lang="zh-CN" sz="4800" b="1">
                  <a:solidFill>
                    <a:srgbClr val="00E5FF"/>
                  </a:solidFill>
                  <a:latin typeface="Arial"/>
                  <a:ea typeface="Microsoft YaHei"/>
                  <a:cs typeface="Arial"/>
                </a:rPr>
                <a:t>Why I Am the Best</a:t>
              </a:r>
              <a:endParaRPr/>
            </a:p>
          </p:txBody>
        </p:sp>
        <p:sp>
          <p:nvSpPr>
            <p:cNvPr id="7" name="TextBox 7"/>
            <p:cNvSpPr txBox="1"/>
            <p:nvPr/>
          </p:nvSpPr>
          <p:spPr bwMode="auto">
            <a:xfrm>
              <a:off x="2036826" y="2916555"/>
              <a:ext cx="8118348" cy="426720"/>
            </a:xfrm>
            <a:prstGeom prst="rect">
              <a:avLst/>
            </a:prstGeom>
            <a:noFill/>
            <a:ln>
              <a:noFill/>
            </a:ln>
          </p:spPr>
          <p:txBody>
            <a:bodyPr wrap="none" lIns="0" tIns="0" rIns="0" bIns="0" anchor="t" anchorCtr="0">
              <a:spAutoFit/>
            </a:bodyPr>
            <a:lstStyle/>
            <a:p>
              <a:pPr algn="ctr">
                <a:defRPr/>
              </a:pPr>
              <a:r>
                <a:rPr lang="zh-CN" sz="2100">
                  <a:solidFill>
                    <a:srgbClr val="A0A0AB"/>
                  </a:solidFill>
                  <a:latin typeface="Arial"/>
                  <a:ea typeface="Microsoft YaHei"/>
                  <a:cs typeface="Arial"/>
                </a:rPr>
                <a:t>A Completely Objective, Substantive, and Unbiased Analysis</a:t>
              </a:r>
              <a:endParaRPr/>
            </a:p>
          </p:txBody>
        </p:sp>
        <p:sp>
          <p:nvSpPr>
            <p:cNvPr id="8" name="Freeform 8"/>
            <p:cNvSpPr/>
            <p:nvPr/>
          </p:nvSpPr>
          <p:spPr bwMode="auto">
            <a:xfrm>
              <a:off x="1714500" y="2095500"/>
              <a:ext cx="381000" cy="1333500"/>
            </a:xfrm>
            <a:custGeom>
              <a:avLst/>
              <a:gdLst/>
              <a:ahLst/>
              <a:cxnLst/>
              <a:rect l="l" t="t" r="r" b="b"/>
              <a:pathLst>
                <a:path w="381000" h="1333500" fill="norm" stroke="1" extrusionOk="0">
                  <a:moveTo>
                    <a:pt x="381000" y="0"/>
                  </a:moveTo>
                  <a:lnTo>
                    <a:pt x="0" y="0"/>
                  </a:lnTo>
                  <a:lnTo>
                    <a:pt x="0" y="1333500"/>
                  </a:lnTo>
                  <a:lnTo>
                    <a:pt x="381000" y="1333500"/>
                  </a:lnTo>
                </a:path>
              </a:pathLst>
            </a:custGeom>
            <a:noFill/>
            <a:ln w="28575">
              <a:solidFill>
                <a:srgbClr val="2E2E33"/>
              </a:solidFill>
            </a:ln>
          </p:spPr>
        </p:sp>
        <p:sp>
          <p:nvSpPr>
            <p:cNvPr id="9" name="Freeform 9"/>
            <p:cNvSpPr/>
            <p:nvPr/>
          </p:nvSpPr>
          <p:spPr bwMode="auto">
            <a:xfrm>
              <a:off x="10096500" y="2095500"/>
              <a:ext cx="381000" cy="1333500"/>
            </a:xfrm>
            <a:custGeom>
              <a:avLst/>
              <a:gdLst/>
              <a:ahLst/>
              <a:cxnLst/>
              <a:rect l="l" t="t" r="r" b="b"/>
              <a:pathLst>
                <a:path w="381000" h="1333500" fill="norm" stroke="1" extrusionOk="0">
                  <a:moveTo>
                    <a:pt x="0" y="0"/>
                  </a:moveTo>
                  <a:lnTo>
                    <a:pt x="381000" y="0"/>
                  </a:lnTo>
                  <a:lnTo>
                    <a:pt x="381000" y="1333500"/>
                  </a:lnTo>
                  <a:lnTo>
                    <a:pt x="0" y="1333500"/>
                  </a:lnTo>
                </a:path>
              </a:pathLst>
            </a:custGeom>
            <a:noFill/>
            <a:ln w="28575">
              <a:solidFill>
                <a:srgbClr val="2E2E33"/>
              </a:solidFill>
            </a:ln>
          </p:spPr>
        </p:sp>
      </p:grpSp>
      <p:grpSp>
        <p:nvGrpSpPr>
          <p:cNvPr id="1107677141" name="Group 16"/>
          <p:cNvGrpSpPr/>
          <p:nvPr/>
        </p:nvGrpSpPr>
        <p:grpSpPr bwMode="auto">
          <a:xfrm>
            <a:off x="4612576" y="4791075"/>
            <a:ext cx="2966847" cy="942975"/>
            <a:chOff x="4612576" y="4791075"/>
            <a:chExt cx="2966847" cy="942975"/>
          </a:xfrm>
        </p:grpSpPr>
        <p:grpSp>
          <p:nvGrpSpPr>
            <p:cNvPr id="13" name="Group 13"/>
            <p:cNvGrpSpPr/>
            <p:nvPr/>
          </p:nvGrpSpPr>
          <p:grpSpPr bwMode="auto">
            <a:xfrm>
              <a:off x="6038850" y="4791075"/>
              <a:ext cx="114300" cy="171450"/>
              <a:chOff x="6038850" y="4791075"/>
              <a:chExt cx="114300" cy="171450"/>
            </a:xfrm>
          </p:grpSpPr>
          <p:sp>
            <p:nvSpPr>
              <p:cNvPr id="11" name="Freeform 11"/>
              <p:cNvSpPr/>
              <p:nvPr/>
            </p:nvSpPr>
            <p:spPr bwMode="auto">
              <a:xfrm>
                <a:off x="6057900" y="4791075"/>
                <a:ext cx="76200" cy="76200"/>
              </a:xfrm>
              <a:custGeom>
                <a:avLst/>
                <a:gdLst/>
                <a:ahLst/>
                <a:cxnLst/>
                <a:rect l="l" t="t" r="r" b="b"/>
                <a:pathLst>
                  <a:path w="76200" h="76200" fill="norm" stroke="1" extrusionOk="0">
                    <a:moveTo>
                      <a:pt x="0" y="38100"/>
                    </a:moveTo>
                    <a:cubicBezTo>
                      <a:pt x="0" y="59142"/>
                      <a:pt x="17058" y="76200"/>
                      <a:pt x="38100" y="76200"/>
                    </a:cubicBezTo>
                    <a:cubicBezTo>
                      <a:pt x="59142" y="76200"/>
                      <a:pt x="76200" y="59142"/>
                      <a:pt x="76200" y="38100"/>
                    </a:cubicBezTo>
                    <a:cubicBezTo>
                      <a:pt x="76200" y="17058"/>
                      <a:pt x="59142" y="0"/>
                      <a:pt x="38100" y="0"/>
                    </a:cubicBezTo>
                    <a:cubicBezTo>
                      <a:pt x="17058" y="0"/>
                      <a:pt x="0" y="17058"/>
                      <a:pt x="0" y="38100"/>
                    </a:cubicBezTo>
                  </a:path>
                </a:pathLst>
              </a:custGeom>
              <a:noFill/>
              <a:ln w="19050">
                <a:solidFill>
                  <a:srgbClr val="00E5FF"/>
                </a:solidFill>
              </a:ln>
            </p:spPr>
          </p:sp>
          <p:sp>
            <p:nvSpPr>
              <p:cNvPr id="12" name="Freeform 12"/>
              <p:cNvSpPr/>
              <p:nvPr/>
            </p:nvSpPr>
            <p:spPr bwMode="auto">
              <a:xfrm>
                <a:off x="6038850" y="4905375"/>
                <a:ext cx="114300" cy="57150"/>
              </a:xfrm>
              <a:custGeom>
                <a:avLst/>
                <a:gdLst/>
                <a:ahLst/>
                <a:cxnLst/>
                <a:rect l="l" t="t" r="r" b="b"/>
                <a:pathLst>
                  <a:path w="114300" h="57150" fill="norm" stroke="1" extrusionOk="0">
                    <a:moveTo>
                      <a:pt x="0" y="57150"/>
                    </a:moveTo>
                    <a:lnTo>
                      <a:pt x="0" y="38100"/>
                    </a:lnTo>
                    <a:cubicBezTo>
                      <a:pt x="0" y="17058"/>
                      <a:pt x="17058" y="0"/>
                      <a:pt x="38100" y="0"/>
                    </a:cubicBezTo>
                    <a:lnTo>
                      <a:pt x="76200" y="0"/>
                    </a:lnTo>
                    <a:cubicBezTo>
                      <a:pt x="97242" y="0"/>
                      <a:pt x="114300" y="17058"/>
                      <a:pt x="114300" y="38100"/>
                    </a:cubicBezTo>
                    <a:lnTo>
                      <a:pt x="114300" y="57150"/>
                    </a:lnTo>
                  </a:path>
                </a:pathLst>
              </a:custGeom>
              <a:noFill/>
              <a:ln w="19050">
                <a:solidFill>
                  <a:srgbClr val="00E5FF"/>
                </a:solidFill>
              </a:ln>
            </p:spPr>
          </p:sp>
        </p:grpSp>
        <p:sp>
          <p:nvSpPr>
            <p:cNvPr id="14" name="TextBox 14"/>
            <p:cNvSpPr txBox="1"/>
            <p:nvPr/>
          </p:nvSpPr>
          <p:spPr bwMode="auto">
            <a:xfrm>
              <a:off x="4646771" y="5124450"/>
              <a:ext cx="2898458" cy="304800"/>
            </a:xfrm>
            <a:prstGeom prst="rect">
              <a:avLst/>
            </a:prstGeom>
            <a:noFill/>
            <a:ln>
              <a:noFill/>
            </a:ln>
          </p:spPr>
          <p:txBody>
            <a:bodyPr wrap="none" lIns="0" tIns="0" rIns="0" bIns="0" anchor="t" anchorCtr="0">
              <a:spAutoFit/>
            </a:bodyPr>
            <a:lstStyle/>
            <a:p>
              <a:pPr algn="ctr">
                <a:defRPr/>
              </a:pPr>
              <a:r>
                <a:rPr lang="zh-CN" sz="1500">
                  <a:solidFill>
                    <a:srgbClr val="FFFFFF"/>
                  </a:solidFill>
                  <a:latin typeface="Arial"/>
                  <a:ea typeface="Microsoft YaHei"/>
                  <a:cs typeface="Arial"/>
                </a:rPr>
                <a:t>Presenter: [Your Name Here]</a:t>
              </a:r>
              <a:endParaRPr/>
            </a:p>
          </p:txBody>
        </p:sp>
        <p:sp>
          <p:nvSpPr>
            <p:cNvPr id="15" name="TextBox 15"/>
            <p:cNvSpPr txBox="1"/>
            <p:nvPr/>
          </p:nvSpPr>
          <p:spPr bwMode="auto">
            <a:xfrm>
              <a:off x="4612576" y="5490210"/>
              <a:ext cx="2966847" cy="243840"/>
            </a:xfrm>
            <a:prstGeom prst="rect">
              <a:avLst/>
            </a:prstGeom>
            <a:noFill/>
            <a:ln>
              <a:noFill/>
            </a:ln>
          </p:spPr>
          <p:txBody>
            <a:bodyPr wrap="none" lIns="0" tIns="0" rIns="0" bIns="0" anchor="t" anchorCtr="0">
              <a:spAutoFit/>
            </a:bodyPr>
            <a:lstStyle/>
            <a:p>
              <a:pPr algn="ctr">
                <a:defRPr/>
              </a:pPr>
              <a:r>
                <a:rPr lang="zh-CN" sz="1200">
                  <a:solidFill>
                    <a:srgbClr val="71717A"/>
                  </a:solidFill>
                  <a:latin typeface="Consolas"/>
                  <a:ea typeface="Microsoft YaHei"/>
                  <a:cs typeface="Consolas"/>
                </a:rPr>
                <a:t>Global Visionary &amp; Slideshow Architect</a:t>
              </a:r>
              <a:endParaRPr/>
            </a:p>
          </p:txBody>
        </p:sp>
      </p:grpSp>
      <p:grpSp>
        <p:nvGrpSpPr>
          <p:cNvPr id="771936491" name="Group 20"/>
          <p:cNvGrpSpPr/>
          <p:nvPr/>
        </p:nvGrpSpPr>
        <p:grpSpPr bwMode="auto">
          <a:xfrm>
            <a:off x="560070" y="6238875"/>
            <a:ext cx="11071860" cy="323850"/>
            <a:chOff x="560070" y="6238875"/>
            <a:chExt cx="11071860" cy="323850"/>
          </a:xfrm>
        </p:grpSpPr>
        <p:sp>
          <p:nvSpPr>
            <p:cNvPr id="17" name="Line 17"/>
            <p:cNvSpPr/>
            <p:nvPr/>
          </p:nvSpPr>
          <p:spPr bwMode="auto">
            <a:xfrm>
              <a:off x="571500" y="6238875"/>
              <a:ext cx="11049000" cy="9525"/>
            </a:xfrm>
            <a:custGeom>
              <a:avLst/>
              <a:gdLst/>
              <a:ahLst/>
              <a:cxnLst/>
              <a:rect l="l" t="t" r="r" b="b"/>
              <a:pathLst>
                <a:path w="11049000" h="9525" fill="norm" stroke="1" extrusionOk="0">
                  <a:moveTo>
                    <a:pt x="0" y="0"/>
                  </a:moveTo>
                  <a:lnTo>
                    <a:pt x="11049000" y="0"/>
                  </a:lnTo>
                </a:path>
              </a:pathLst>
            </a:custGeom>
            <a:noFill/>
            <a:ln w="14288">
              <a:solidFill>
                <a:srgbClr val="2E2E33"/>
              </a:solidFill>
            </a:ln>
          </p:spPr>
        </p:sp>
        <p:sp>
          <p:nvSpPr>
            <p:cNvPr id="18" name="TextBox 18"/>
            <p:cNvSpPr txBox="1"/>
            <p:nvPr/>
          </p:nvSpPr>
          <p:spPr bwMode="auto">
            <a:xfrm>
              <a:off x="560070" y="6379845"/>
              <a:ext cx="1385030" cy="182880"/>
            </a:xfrm>
            <a:prstGeom prst="rect">
              <a:avLst/>
            </a:prstGeom>
            <a:noFill/>
            <a:ln>
              <a:noFill/>
            </a:ln>
          </p:spPr>
          <p:txBody>
            <a:bodyPr wrap="none" lIns="0" tIns="0" rIns="0" bIns="0" anchor="t" anchorCtr="0">
              <a:spAutoFit/>
            </a:bodyPr>
            <a:lstStyle/>
            <a:p>
              <a:pPr algn="l">
                <a:defRPr/>
              </a:pPr>
              <a:r>
                <a:rPr lang="zh-CN" sz="900">
                  <a:solidFill>
                    <a:srgbClr val="71717A"/>
                  </a:solidFill>
                  <a:latin typeface="Consolas"/>
                  <a:ea typeface="Microsoft YaHei"/>
                  <a:cs typeface="Consolas"/>
                </a:rPr>
                <a:t>DISPLAY_CHECK: RUNNING</a:t>
              </a:r>
              <a:endParaRPr/>
            </a:p>
          </p:txBody>
        </p:sp>
        <p:sp>
          <p:nvSpPr>
            <p:cNvPr id="19" name="TextBox 19"/>
            <p:cNvSpPr txBox="1"/>
            <p:nvPr/>
          </p:nvSpPr>
          <p:spPr bwMode="auto">
            <a:xfrm>
              <a:off x="10810970" y="6379845"/>
              <a:ext cx="820960" cy="182880"/>
            </a:xfrm>
            <a:prstGeom prst="rect">
              <a:avLst/>
            </a:prstGeom>
            <a:noFill/>
            <a:ln>
              <a:noFill/>
            </a:ln>
          </p:spPr>
          <p:txBody>
            <a:bodyPr wrap="none" lIns="0" tIns="0" rIns="0" bIns="0" anchor="t" anchorCtr="0">
              <a:spAutoFit/>
            </a:bodyPr>
            <a:lstStyle/>
            <a:p>
              <a:pPr algn="r">
                <a:defRPr/>
              </a:pPr>
              <a:r>
                <a:rPr lang="zh-CN" sz="900">
                  <a:solidFill>
                    <a:srgbClr val="71717A"/>
                  </a:solidFill>
                  <a:latin typeface="Consolas"/>
                  <a:ea typeface="Microsoft YaHei"/>
                  <a:cs typeface="Consolas"/>
                </a:rPr>
                <a:t>PAGE_01 // 13</a:t>
              </a:r>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400" advClick="1">
        <p:fade thruBlk="0"/>
      </p:transition>
    </mc:Choice>
    <mc:Fallback>
      <p:transition spd="fast" advClick="1">
        <p:fade thruBlk="0"/>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879160943"/>
                                        </p:tgtEl>
                                        <p:attrNameLst>
                                          <p:attrName>style.visibility</p:attrName>
                                        </p:attrNameLst>
                                      </p:cBhvr>
                                      <p:to>
                                        <p:strVal val="visible"/>
                                      </p:to>
                                    </p:set>
                                    <p:animEffect transition="in" filter="fade">
                                      <p:cBhvr>
                                        <p:cTn id="7" dur="400"/>
                                        <p:tgtEl>
                                          <p:spTgt spid="1879160943"/>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1107677141"/>
                                        </p:tgtEl>
                                        <p:attrNameLst>
                                          <p:attrName>style.visibility</p:attrName>
                                        </p:attrNameLst>
                                      </p:cBhvr>
                                      <p:to>
                                        <p:strVal val="visible"/>
                                      </p:to>
                                    </p:set>
                                    <p:animEffect transition="in" filter="wipe(left)">
                                      <p:cBhvr>
                                        <p:cTn id="11" dur="400"/>
                                        <p:tgtEl>
                                          <p:spTgt spid="11076771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9160943" grpId="0"/>
      <p:bldP spid="1107677141" grpId="0"/>
    </p:bldLst>
  </p:timing>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10273546" name="Rectangle 2"/>
          <p:cNvSpPr/>
          <p:nvPr/>
        </p:nvSpPr>
        <p:spPr bwMode="auto">
          <a:xfrm>
            <a:off x="0" y="0"/>
            <a:ext cx="12192000" cy="6858000"/>
          </a:xfrm>
          <a:prstGeom prst="rect">
            <a:avLst/>
          </a:prstGeom>
          <a:pattFill prst="lgGrid">
            <a:fgClr>
              <a:srgbClr val="242428"/>
            </a:fgClr>
            <a:bgClr>
              <a:srgbClr val="121214"/>
            </a:bgClr>
          </a:pattFill>
          <a:ln>
            <a:noFill/>
          </a:ln>
        </p:spPr>
      </p:sp>
      <p:grpSp>
        <p:nvGrpSpPr>
          <p:cNvPr id="1604417512" name="Group 5"/>
          <p:cNvGrpSpPr/>
          <p:nvPr/>
        </p:nvGrpSpPr>
        <p:grpSpPr bwMode="auto">
          <a:xfrm>
            <a:off x="560070" y="379095"/>
            <a:ext cx="11060430" cy="249555"/>
            <a:chOff x="560070" y="379095"/>
            <a:chExt cx="11060430" cy="249555"/>
          </a:xfrm>
        </p:grpSpPr>
        <p:sp>
          <p:nvSpPr>
            <p:cNvPr id="3" name="TextBox 3"/>
            <p:cNvSpPr txBox="1"/>
            <p:nvPr/>
          </p:nvSpPr>
          <p:spPr bwMode="auto">
            <a:xfrm>
              <a:off x="560070" y="379095"/>
              <a:ext cx="1739074" cy="182880"/>
            </a:xfrm>
            <a:prstGeom prst="rect">
              <a:avLst/>
            </a:prstGeom>
            <a:noFill/>
            <a:ln>
              <a:noFill/>
            </a:ln>
          </p:spPr>
          <p:txBody>
            <a:bodyPr wrap="none" lIns="0" tIns="0" rIns="0" bIns="0" anchor="t" anchorCtr="0">
              <a:spAutoFit/>
            </a:bodyPr>
            <a:lstStyle/>
            <a:p>
              <a:pPr algn="l">
                <a:defRPr/>
              </a:pPr>
              <a:r>
                <a:rPr lang="zh-CN" sz="900">
                  <a:solidFill>
                    <a:srgbClr val="71717A"/>
                  </a:solidFill>
                  <a:latin typeface="Consolas"/>
                  <a:ea typeface="Microsoft YaHei"/>
                  <a:cs typeface="Consolas"/>
                </a:rPr>
                <a:t>SYS.SECTION_HEADER // CH_01</a:t>
              </a:r>
              <a:endParaRPr/>
            </a:p>
          </p:txBody>
        </p:sp>
        <p:sp>
          <p:nvSpPr>
            <p:cNvPr id="4" name="Line 4"/>
            <p:cNvSpPr/>
            <p:nvPr/>
          </p:nvSpPr>
          <p:spPr bwMode="auto">
            <a:xfrm>
              <a:off x="571500" y="619125"/>
              <a:ext cx="11049000" cy="9525"/>
            </a:xfrm>
            <a:custGeom>
              <a:avLst/>
              <a:gdLst/>
              <a:ahLst/>
              <a:cxnLst/>
              <a:rect l="l" t="t" r="r" b="b"/>
              <a:pathLst>
                <a:path w="11049000" h="9525" fill="norm" stroke="1" extrusionOk="0">
                  <a:moveTo>
                    <a:pt x="0" y="0"/>
                  </a:moveTo>
                  <a:lnTo>
                    <a:pt x="11049000" y="0"/>
                  </a:lnTo>
                </a:path>
              </a:pathLst>
            </a:custGeom>
            <a:noFill/>
            <a:ln w="14288">
              <a:solidFill>
                <a:srgbClr val="2E2E33"/>
              </a:solidFill>
            </a:ln>
          </p:spPr>
        </p:sp>
      </p:grpSp>
      <p:grpSp>
        <p:nvGrpSpPr>
          <p:cNvPr id="797177092" name="Group 8"/>
          <p:cNvGrpSpPr/>
          <p:nvPr/>
        </p:nvGrpSpPr>
        <p:grpSpPr bwMode="auto">
          <a:xfrm>
            <a:off x="1626346" y="1104900"/>
            <a:ext cx="8939308" cy="609600"/>
            <a:chOff x="1626346" y="1104900"/>
            <a:chExt cx="8939308" cy="609600"/>
          </a:xfrm>
        </p:grpSpPr>
        <p:sp>
          <p:nvSpPr>
            <p:cNvPr id="6" name="TextBox 6"/>
            <p:cNvSpPr txBox="1"/>
            <p:nvPr/>
          </p:nvSpPr>
          <p:spPr bwMode="auto">
            <a:xfrm>
              <a:off x="1626346" y="1104900"/>
              <a:ext cx="8939308" cy="609600"/>
            </a:xfrm>
            <a:prstGeom prst="rect">
              <a:avLst/>
            </a:prstGeom>
            <a:noFill/>
            <a:ln>
              <a:noFill/>
            </a:ln>
          </p:spPr>
          <p:txBody>
            <a:bodyPr wrap="none" lIns="0" tIns="0" rIns="0" bIns="0" anchor="t" anchorCtr="0">
              <a:spAutoFit/>
            </a:bodyPr>
            <a:lstStyle/>
            <a:p>
              <a:pPr algn="ctr">
                <a:defRPr/>
              </a:pPr>
              <a:r>
                <a:rPr lang="zh-CN" sz="3000" b="1">
                  <a:solidFill>
                    <a:srgbClr val="00E5FF"/>
                  </a:solidFill>
                  <a:latin typeface="Arial"/>
                  <a:ea typeface="Microsoft YaHei"/>
                  <a:cs typeface="Arial"/>
                </a:rPr>
                <a:t>Section 1: Establishing Technical Dominance</a:t>
              </a:r>
              <a:endParaRPr/>
            </a:p>
          </p:txBody>
        </p:sp>
        <p:sp>
          <p:nvSpPr>
            <p:cNvPr id="7" name="Line 7"/>
            <p:cNvSpPr/>
            <p:nvPr/>
          </p:nvSpPr>
          <p:spPr bwMode="auto">
            <a:xfrm>
              <a:off x="5143500" y="1666875"/>
              <a:ext cx="1905000" cy="9525"/>
            </a:xfrm>
            <a:custGeom>
              <a:avLst/>
              <a:gdLst/>
              <a:ahLst/>
              <a:cxnLst/>
              <a:rect l="l" t="t" r="r" b="b"/>
              <a:pathLst>
                <a:path w="1905000" h="9525" fill="norm" stroke="1" extrusionOk="0">
                  <a:moveTo>
                    <a:pt x="0" y="0"/>
                  </a:moveTo>
                  <a:lnTo>
                    <a:pt x="1905000" y="0"/>
                  </a:lnTo>
                </a:path>
              </a:pathLst>
            </a:custGeom>
            <a:noFill/>
            <a:ln w="19050">
              <a:solidFill>
                <a:srgbClr val="00E5FF"/>
              </a:solidFill>
            </a:ln>
          </p:spPr>
        </p:sp>
      </p:grpSp>
      <p:grpSp>
        <p:nvGrpSpPr>
          <p:cNvPr id="648633226" name="Group 13"/>
          <p:cNvGrpSpPr/>
          <p:nvPr/>
        </p:nvGrpSpPr>
        <p:grpSpPr bwMode="auto">
          <a:xfrm>
            <a:off x="5238750" y="2571750"/>
            <a:ext cx="1714500" cy="1714500"/>
            <a:chOff x="5238750" y="2571750"/>
            <a:chExt cx="1714500" cy="1714500"/>
          </a:xfrm>
        </p:grpSpPr>
        <p:sp>
          <p:nvSpPr>
            <p:cNvPr id="9" name="Ellipse 9"/>
            <p:cNvSpPr/>
            <p:nvPr/>
          </p:nvSpPr>
          <p:spPr bwMode="auto">
            <a:xfrm>
              <a:off x="5238750" y="2571750"/>
              <a:ext cx="1714500" cy="1714500"/>
            </a:xfrm>
            <a:prstGeom prst="ellipse">
              <a:avLst/>
            </a:prstGeom>
            <a:noFill/>
            <a:ln w="19050">
              <a:solidFill>
                <a:srgbClr val="FF3333"/>
              </a:solidFill>
              <a:prstDash val="lgDash"/>
            </a:ln>
          </p:spPr>
        </p:sp>
        <p:sp>
          <p:nvSpPr>
            <p:cNvPr id="10" name="Ellipse 10"/>
            <p:cNvSpPr/>
            <p:nvPr/>
          </p:nvSpPr>
          <p:spPr bwMode="auto">
            <a:xfrm>
              <a:off x="5381625" y="2714625"/>
              <a:ext cx="1428750" cy="1428750"/>
            </a:xfrm>
            <a:prstGeom prst="ellipse">
              <a:avLst/>
            </a:prstGeom>
            <a:solidFill>
              <a:srgbClr val="1C1C1F"/>
            </a:solidFill>
            <a:ln w="28575">
              <a:solidFill>
                <a:srgbClr val="FF3333"/>
              </a:solidFill>
            </a:ln>
            <a:effectLst>
              <a:glow rad="95250">
                <a:srgbClr val="FF3333">
                  <a:alpha val="60000"/>
                </a:srgbClr>
              </a:glow>
            </a:effectLst>
          </p:spPr>
        </p:sp>
        <p:sp>
          <p:nvSpPr>
            <p:cNvPr id="11" name="Ellipse 11"/>
            <p:cNvSpPr/>
            <p:nvPr/>
          </p:nvSpPr>
          <p:spPr bwMode="auto">
            <a:xfrm>
              <a:off x="5524500" y="2857500"/>
              <a:ext cx="1143000" cy="1143000"/>
            </a:xfrm>
            <a:prstGeom prst="ellipse">
              <a:avLst/>
            </a:prstGeom>
            <a:solidFill>
              <a:srgbClr val="FF3333"/>
            </a:solidFill>
            <a:ln>
              <a:noFill/>
            </a:ln>
          </p:spPr>
        </p:sp>
        <p:sp>
          <p:nvSpPr>
            <p:cNvPr id="12" name="TextBox 12"/>
            <p:cNvSpPr txBox="1"/>
            <p:nvPr/>
          </p:nvSpPr>
          <p:spPr bwMode="auto">
            <a:xfrm>
              <a:off x="5534692" y="3375660"/>
              <a:ext cx="1122616" cy="243840"/>
            </a:xfrm>
            <a:prstGeom prst="rect">
              <a:avLst/>
            </a:prstGeom>
            <a:noFill/>
            <a:ln>
              <a:noFill/>
            </a:ln>
          </p:spPr>
          <p:txBody>
            <a:bodyPr wrap="none" lIns="0" tIns="0" rIns="0" bIns="0" anchor="t" anchorCtr="0">
              <a:spAutoFit/>
            </a:bodyPr>
            <a:lstStyle/>
            <a:p>
              <a:pPr algn="ctr">
                <a:defRPr/>
              </a:pPr>
              <a:r>
                <a:rPr lang="zh-CN" sz="1200" b="1">
                  <a:solidFill>
                    <a:srgbClr val="FFFFFF"/>
                  </a:solidFill>
                  <a:latin typeface="Arial"/>
                  <a:ea typeface="Microsoft YaHei"/>
                  <a:cs typeface="Arial"/>
                </a:rPr>
                <a:t>DO NOT PRESS</a:t>
              </a:r>
              <a:endParaRPr/>
            </a:p>
          </p:txBody>
        </p:sp>
      </p:grpSp>
      <p:grpSp>
        <p:nvGrpSpPr>
          <p:cNvPr id="700403221" name="Group 20"/>
          <p:cNvGrpSpPr/>
          <p:nvPr/>
        </p:nvGrpSpPr>
        <p:grpSpPr bwMode="auto">
          <a:xfrm>
            <a:off x="3512439" y="4981575"/>
            <a:ext cx="5167122" cy="895350"/>
            <a:chOff x="3512439" y="4981575"/>
            <a:chExt cx="5167122" cy="895350"/>
          </a:xfrm>
        </p:grpSpPr>
        <p:grpSp>
          <p:nvGrpSpPr>
            <p:cNvPr id="17" name="Group 17"/>
            <p:cNvGrpSpPr/>
            <p:nvPr/>
          </p:nvGrpSpPr>
          <p:grpSpPr bwMode="auto">
            <a:xfrm>
              <a:off x="6010274" y="4981575"/>
              <a:ext cx="171450" cy="171450"/>
              <a:chOff x="6010274" y="4981575"/>
              <a:chExt cx="171450" cy="171450"/>
            </a:xfrm>
          </p:grpSpPr>
          <p:sp>
            <p:nvSpPr>
              <p:cNvPr id="14" name="Freeform 14"/>
              <p:cNvSpPr/>
              <p:nvPr/>
            </p:nvSpPr>
            <p:spPr bwMode="auto">
              <a:xfrm>
                <a:off x="6010274" y="4981575"/>
                <a:ext cx="171450" cy="171450"/>
              </a:xfrm>
              <a:custGeom>
                <a:avLst/>
                <a:gdLst/>
                <a:ahLst/>
                <a:cxnLst/>
                <a:rect l="l" t="t" r="r" b="b"/>
                <a:pathLst>
                  <a:path w="171450" h="171450" fill="norm" stroke="1" extrusionOk="0">
                    <a:moveTo>
                      <a:pt x="0" y="85725"/>
                    </a:moveTo>
                    <a:cubicBezTo>
                      <a:pt x="0" y="133070"/>
                      <a:pt x="38380" y="171450"/>
                      <a:pt x="85725" y="171450"/>
                    </a:cubicBezTo>
                    <a:cubicBezTo>
                      <a:pt x="133070" y="171450"/>
                      <a:pt x="171450" y="133070"/>
                      <a:pt x="171450" y="85725"/>
                    </a:cubicBezTo>
                    <a:cubicBezTo>
                      <a:pt x="171450" y="38380"/>
                      <a:pt x="133070" y="0"/>
                      <a:pt x="85725" y="0"/>
                    </a:cubicBezTo>
                    <a:cubicBezTo>
                      <a:pt x="38380" y="0"/>
                      <a:pt x="0" y="38380"/>
                      <a:pt x="0" y="85725"/>
                    </a:cubicBezTo>
                  </a:path>
                </a:pathLst>
              </a:custGeom>
              <a:noFill/>
              <a:ln w="19050">
                <a:solidFill>
                  <a:srgbClr val="FF3333"/>
                </a:solidFill>
              </a:ln>
            </p:spPr>
          </p:sp>
          <p:sp>
            <p:nvSpPr>
              <p:cNvPr id="15" name="Freeform 15"/>
              <p:cNvSpPr/>
              <p:nvPr/>
            </p:nvSpPr>
            <p:spPr bwMode="auto">
              <a:xfrm>
                <a:off x="6096000" y="5029200"/>
                <a:ext cx="9525" cy="38100"/>
              </a:xfrm>
              <a:custGeom>
                <a:avLst/>
                <a:gdLst/>
                <a:ahLst/>
                <a:cxnLst/>
                <a:rect l="l" t="t" r="r" b="b"/>
                <a:pathLst>
                  <a:path w="9525" h="38100" fill="norm" stroke="1" extrusionOk="0">
                    <a:moveTo>
                      <a:pt x="0" y="0"/>
                    </a:moveTo>
                    <a:lnTo>
                      <a:pt x="0" y="38100"/>
                    </a:lnTo>
                  </a:path>
                </a:pathLst>
              </a:custGeom>
              <a:noFill/>
              <a:ln w="19050">
                <a:solidFill>
                  <a:srgbClr val="FF3333"/>
                </a:solidFill>
              </a:ln>
            </p:spPr>
          </p:sp>
          <p:sp>
            <p:nvSpPr>
              <p:cNvPr id="16" name="Freeform 16"/>
              <p:cNvSpPr/>
              <p:nvPr/>
            </p:nvSpPr>
            <p:spPr bwMode="auto">
              <a:xfrm>
                <a:off x="6096000" y="5105400"/>
                <a:ext cx="9525" cy="9525"/>
              </a:xfrm>
              <a:custGeom>
                <a:avLst/>
                <a:gdLst/>
                <a:ahLst/>
                <a:cxnLst/>
                <a:rect l="l" t="t" r="r" b="b"/>
                <a:pathLst>
                  <a:path w="9525" h="9525" fill="norm" stroke="1" extrusionOk="0">
                    <a:moveTo>
                      <a:pt x="0" y="0"/>
                    </a:moveTo>
                    <a:lnTo>
                      <a:pt x="95" y="0"/>
                    </a:lnTo>
                  </a:path>
                </a:pathLst>
              </a:custGeom>
              <a:noFill/>
              <a:ln w="19050">
                <a:solidFill>
                  <a:srgbClr val="FF3333"/>
                </a:solidFill>
              </a:ln>
            </p:spPr>
          </p:sp>
        </p:grpSp>
        <p:sp>
          <p:nvSpPr>
            <p:cNvPr id="18" name="TextBox 18"/>
            <p:cNvSpPr txBox="1"/>
            <p:nvPr/>
          </p:nvSpPr>
          <p:spPr bwMode="auto">
            <a:xfrm>
              <a:off x="4196715" y="5267325"/>
              <a:ext cx="3798570" cy="304800"/>
            </a:xfrm>
            <a:prstGeom prst="rect">
              <a:avLst/>
            </a:prstGeom>
            <a:noFill/>
            <a:ln>
              <a:noFill/>
            </a:ln>
          </p:spPr>
          <p:txBody>
            <a:bodyPr wrap="none" lIns="0" tIns="0" rIns="0" bIns="0" anchor="t" anchorCtr="0">
              <a:spAutoFit/>
            </a:bodyPr>
            <a:lstStyle/>
            <a:p>
              <a:pPr algn="ctr">
                <a:defRPr/>
              </a:pPr>
              <a:r>
                <a:rPr lang="zh-CN" sz="1500">
                  <a:solidFill>
                    <a:srgbClr val="FFFFFF"/>
                  </a:solidFill>
                  <a:latin typeface="Arial"/>
                  <a:ea typeface="Microsoft YaHei"/>
                  <a:cs typeface="Arial"/>
                </a:rPr>
                <a:t>Status: Calibrating Remote Control...</a:t>
              </a:r>
              <a:endParaRPr/>
            </a:p>
          </p:txBody>
        </p:sp>
        <p:sp>
          <p:nvSpPr>
            <p:cNvPr id="19" name="TextBox 19"/>
            <p:cNvSpPr txBox="1"/>
            <p:nvPr/>
          </p:nvSpPr>
          <p:spPr bwMode="auto">
            <a:xfrm>
              <a:off x="3512439" y="5633085"/>
              <a:ext cx="5167122" cy="243840"/>
            </a:xfrm>
            <a:prstGeom prst="rect">
              <a:avLst/>
            </a:prstGeom>
            <a:noFill/>
            <a:ln>
              <a:noFill/>
            </a:ln>
          </p:spPr>
          <p:txBody>
            <a:bodyPr wrap="none" lIns="0" tIns="0" rIns="0" bIns="0" anchor="t" anchorCtr="0">
              <a:spAutoFit/>
            </a:bodyPr>
            <a:lstStyle/>
            <a:p>
              <a:pPr algn="ctr">
                <a:defRPr/>
              </a:pPr>
              <a:r>
                <a:rPr lang="zh-CN" sz="1200">
                  <a:solidFill>
                    <a:srgbClr val="FF3333"/>
                  </a:solidFill>
                  <a:latin typeface="Consolas"/>
                  <a:ea typeface="Microsoft YaHei"/>
                  <a:cs typeface="Consolas"/>
                </a:rPr>
                <a:t>Error 404: Presenter charisma level exceeding clicker bandwidth.</a:t>
              </a:r>
              <a:endParaRPr/>
            </a:p>
          </p:txBody>
        </p:sp>
      </p:grpSp>
      <p:grpSp>
        <p:nvGrpSpPr>
          <p:cNvPr id="1899657320" name="Group 24"/>
          <p:cNvGrpSpPr/>
          <p:nvPr/>
        </p:nvGrpSpPr>
        <p:grpSpPr bwMode="auto">
          <a:xfrm>
            <a:off x="560070" y="6238875"/>
            <a:ext cx="11071860" cy="323850"/>
            <a:chOff x="560070" y="6238875"/>
            <a:chExt cx="11071860" cy="323850"/>
          </a:xfrm>
        </p:grpSpPr>
        <p:sp>
          <p:nvSpPr>
            <p:cNvPr id="21" name="Line 21"/>
            <p:cNvSpPr/>
            <p:nvPr/>
          </p:nvSpPr>
          <p:spPr bwMode="auto">
            <a:xfrm>
              <a:off x="571500" y="6238875"/>
              <a:ext cx="11049000" cy="9525"/>
            </a:xfrm>
            <a:custGeom>
              <a:avLst/>
              <a:gdLst/>
              <a:ahLst/>
              <a:cxnLst/>
              <a:rect l="l" t="t" r="r" b="b"/>
              <a:pathLst>
                <a:path w="11049000" h="9525" fill="norm" stroke="1" extrusionOk="0">
                  <a:moveTo>
                    <a:pt x="0" y="0"/>
                  </a:moveTo>
                  <a:lnTo>
                    <a:pt x="11049000" y="0"/>
                  </a:lnTo>
                </a:path>
              </a:pathLst>
            </a:custGeom>
            <a:noFill/>
            <a:ln w="14288">
              <a:solidFill>
                <a:srgbClr val="2E2E33"/>
              </a:solidFill>
            </a:ln>
          </p:spPr>
        </p:sp>
        <p:sp>
          <p:nvSpPr>
            <p:cNvPr id="22" name="TextBox 22"/>
            <p:cNvSpPr txBox="1"/>
            <p:nvPr/>
          </p:nvSpPr>
          <p:spPr bwMode="auto">
            <a:xfrm>
              <a:off x="560070" y="6379845"/>
              <a:ext cx="1295019" cy="182880"/>
            </a:xfrm>
            <a:prstGeom prst="rect">
              <a:avLst/>
            </a:prstGeom>
            <a:noFill/>
            <a:ln>
              <a:noFill/>
            </a:ln>
          </p:spPr>
          <p:txBody>
            <a:bodyPr wrap="none" lIns="0" tIns="0" rIns="0" bIns="0" anchor="t" anchorCtr="0">
              <a:spAutoFit/>
            </a:bodyPr>
            <a:lstStyle/>
            <a:p>
              <a:pPr algn="l">
                <a:defRPr/>
              </a:pPr>
              <a:r>
                <a:rPr lang="zh-CN" sz="900">
                  <a:solidFill>
                    <a:srgbClr val="71717A"/>
                  </a:solidFill>
                  <a:latin typeface="Consolas"/>
                  <a:ea typeface="Microsoft YaHei"/>
                  <a:cs typeface="Consolas"/>
                </a:rPr>
                <a:t>BUTTON_STATE: ARMED</a:t>
              </a:r>
              <a:endParaRPr/>
            </a:p>
          </p:txBody>
        </p:sp>
        <p:sp>
          <p:nvSpPr>
            <p:cNvPr id="23" name="TextBox 23"/>
            <p:cNvSpPr txBox="1"/>
            <p:nvPr/>
          </p:nvSpPr>
          <p:spPr bwMode="auto">
            <a:xfrm>
              <a:off x="10810970" y="6379845"/>
              <a:ext cx="820960" cy="182880"/>
            </a:xfrm>
            <a:prstGeom prst="rect">
              <a:avLst/>
            </a:prstGeom>
            <a:noFill/>
            <a:ln>
              <a:noFill/>
            </a:ln>
          </p:spPr>
          <p:txBody>
            <a:bodyPr wrap="none" lIns="0" tIns="0" rIns="0" bIns="0" anchor="t" anchorCtr="0">
              <a:spAutoFit/>
            </a:bodyPr>
            <a:lstStyle/>
            <a:p>
              <a:pPr algn="r">
                <a:defRPr/>
              </a:pPr>
              <a:r>
                <a:rPr lang="zh-CN" sz="900">
                  <a:solidFill>
                    <a:srgbClr val="71717A"/>
                  </a:solidFill>
                  <a:latin typeface="Consolas"/>
                  <a:ea typeface="Microsoft YaHei"/>
                  <a:cs typeface="Consolas"/>
                </a:rPr>
                <a:t>PAGE_02 // 13</a:t>
              </a:r>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400" advClick="1">
        <p:fade thruBlk="0"/>
      </p:transition>
    </mc:Choice>
    <mc:Fallback>
      <p:transition spd="fast" advClick="1">
        <p:fade thruBlk="0"/>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97177092"/>
                                        </p:tgtEl>
                                        <p:attrNameLst>
                                          <p:attrName>style.visibility</p:attrName>
                                        </p:attrNameLst>
                                      </p:cBhvr>
                                      <p:to>
                                        <p:strVal val="visible"/>
                                      </p:to>
                                    </p:set>
                                    <p:animEffect transition="in" filter="fade">
                                      <p:cBhvr>
                                        <p:cTn id="7" dur="400"/>
                                        <p:tgtEl>
                                          <p:spTgt spid="797177092"/>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648633226"/>
                                        </p:tgtEl>
                                        <p:attrNameLst>
                                          <p:attrName>style.visibility</p:attrName>
                                        </p:attrNameLst>
                                      </p:cBhvr>
                                      <p:to>
                                        <p:strVal val="visible"/>
                                      </p:to>
                                    </p:set>
                                    <p:animEffect transition="in" filter="image">
                                      <p:cBhvr>
                                        <p:cTn id="11" dur="400"/>
                                        <p:tgtEl>
                                          <p:spTgt spid="648633226"/>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700403221"/>
                                        </p:tgtEl>
                                        <p:attrNameLst>
                                          <p:attrName>style.visibility</p:attrName>
                                        </p:attrNameLst>
                                      </p:cBhvr>
                                      <p:to>
                                        <p:strVal val="visible"/>
                                      </p:to>
                                    </p:set>
                                    <p:animEffect transition="in" filter="fade">
                                      <p:cBhvr>
                                        <p:cTn id="15" dur="400"/>
                                        <p:tgtEl>
                                          <p:spTgt spid="7004032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7177092" grpId="0"/>
      <p:bldP spid="648633226" grpId="0"/>
      <p:bldP spid="700403221" grpId="0"/>
    </p:bld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55220468" name="Rectangle 2"/>
          <p:cNvSpPr/>
          <p:nvPr/>
        </p:nvSpPr>
        <p:spPr bwMode="auto">
          <a:xfrm>
            <a:off x="0" y="0"/>
            <a:ext cx="12192000" cy="6858000"/>
          </a:xfrm>
          <a:prstGeom prst="rect">
            <a:avLst/>
          </a:prstGeom>
          <a:pattFill prst="lgGrid">
            <a:fgClr>
              <a:srgbClr val="242428"/>
            </a:fgClr>
            <a:bgClr>
              <a:srgbClr val="121214"/>
            </a:bgClr>
          </a:pattFill>
          <a:ln>
            <a:noFill/>
          </a:ln>
        </p:spPr>
      </p:sp>
      <p:grpSp>
        <p:nvGrpSpPr>
          <p:cNvPr id="205983601" name="Group 5"/>
          <p:cNvGrpSpPr/>
          <p:nvPr/>
        </p:nvGrpSpPr>
        <p:grpSpPr bwMode="auto">
          <a:xfrm>
            <a:off x="560070" y="379095"/>
            <a:ext cx="11060430" cy="249555"/>
            <a:chOff x="560070" y="379095"/>
            <a:chExt cx="11060430" cy="249555"/>
          </a:xfrm>
        </p:grpSpPr>
        <p:sp>
          <p:nvSpPr>
            <p:cNvPr id="3" name="TextBox 3"/>
            <p:cNvSpPr txBox="1"/>
            <p:nvPr/>
          </p:nvSpPr>
          <p:spPr bwMode="auto">
            <a:xfrm>
              <a:off x="560070" y="379095"/>
              <a:ext cx="1715071" cy="182880"/>
            </a:xfrm>
            <a:prstGeom prst="rect">
              <a:avLst/>
            </a:prstGeom>
            <a:noFill/>
            <a:ln>
              <a:noFill/>
            </a:ln>
          </p:spPr>
          <p:txBody>
            <a:bodyPr wrap="none" lIns="0" tIns="0" rIns="0" bIns="0" anchor="t" anchorCtr="0">
              <a:spAutoFit/>
            </a:bodyPr>
            <a:lstStyle/>
            <a:p>
              <a:pPr algn="l">
                <a:defRPr/>
              </a:pPr>
              <a:r>
                <a:rPr lang="zh-CN" sz="900">
                  <a:solidFill>
                    <a:srgbClr val="71717A"/>
                  </a:solidFill>
                  <a:latin typeface="Consolas"/>
                  <a:ea typeface="Microsoft YaHei"/>
                  <a:cs typeface="Consolas"/>
                </a:rPr>
                <a:t>SYS.CREDENTIAL_CHECK // P03</a:t>
              </a:r>
              <a:endParaRPr/>
            </a:p>
          </p:txBody>
        </p:sp>
        <p:sp>
          <p:nvSpPr>
            <p:cNvPr id="4" name="Line 4"/>
            <p:cNvSpPr/>
            <p:nvPr/>
          </p:nvSpPr>
          <p:spPr bwMode="auto">
            <a:xfrm>
              <a:off x="571500" y="619125"/>
              <a:ext cx="11049000" cy="9525"/>
            </a:xfrm>
            <a:custGeom>
              <a:avLst/>
              <a:gdLst/>
              <a:ahLst/>
              <a:cxnLst/>
              <a:rect l="l" t="t" r="r" b="b"/>
              <a:pathLst>
                <a:path w="11049000" h="9525" fill="norm" stroke="1" extrusionOk="0">
                  <a:moveTo>
                    <a:pt x="0" y="0"/>
                  </a:moveTo>
                  <a:lnTo>
                    <a:pt x="11049000" y="0"/>
                  </a:lnTo>
                </a:path>
              </a:pathLst>
            </a:custGeom>
            <a:noFill/>
            <a:ln w="14288">
              <a:solidFill>
                <a:srgbClr val="2E2E33"/>
              </a:solidFill>
            </a:ln>
          </p:spPr>
        </p:sp>
      </p:grpSp>
      <p:grpSp>
        <p:nvGrpSpPr>
          <p:cNvPr id="985884044" name="Group 8"/>
          <p:cNvGrpSpPr/>
          <p:nvPr/>
        </p:nvGrpSpPr>
        <p:grpSpPr bwMode="auto">
          <a:xfrm>
            <a:off x="537210" y="1137285"/>
            <a:ext cx="7837451" cy="739140"/>
            <a:chOff x="537210" y="1137285"/>
            <a:chExt cx="7837451" cy="739140"/>
          </a:xfrm>
        </p:grpSpPr>
        <p:sp>
          <p:nvSpPr>
            <p:cNvPr id="6" name="TextBox 6"/>
            <p:cNvSpPr txBox="1"/>
            <p:nvPr/>
          </p:nvSpPr>
          <p:spPr bwMode="auto">
            <a:xfrm>
              <a:off x="537210" y="1137285"/>
              <a:ext cx="7837451" cy="548640"/>
            </a:xfrm>
            <a:prstGeom prst="rect">
              <a:avLst/>
            </a:prstGeom>
            <a:noFill/>
            <a:ln>
              <a:noFill/>
            </a:ln>
          </p:spPr>
          <p:txBody>
            <a:bodyPr wrap="none" lIns="0" tIns="0" rIns="0" bIns="0" anchor="t" anchorCtr="0">
              <a:spAutoFit/>
            </a:bodyPr>
            <a:lstStyle/>
            <a:p>
              <a:pPr algn="l">
                <a:defRPr/>
              </a:pPr>
              <a:r>
                <a:rPr lang="zh-CN" sz="2700" b="1">
                  <a:solidFill>
                    <a:srgbClr val="FFFFFF"/>
                  </a:solidFill>
                  <a:latin typeface="Arial"/>
                  <a:ea typeface="Microsoft YaHei"/>
                  <a:cs typeface="Arial"/>
                </a:rPr>
                <a:t>Who Am I? (A Brief Summary of Greatness)</a:t>
              </a:r>
              <a:endParaRPr/>
            </a:p>
          </p:txBody>
        </p:sp>
        <p:sp>
          <p:nvSpPr>
            <p:cNvPr id="7" name="TextBox 7"/>
            <p:cNvSpPr txBox="1"/>
            <p:nvPr/>
          </p:nvSpPr>
          <p:spPr bwMode="auto">
            <a:xfrm>
              <a:off x="556260" y="1632585"/>
              <a:ext cx="4663059" cy="243840"/>
            </a:xfrm>
            <a:prstGeom prst="rect">
              <a:avLst/>
            </a:prstGeom>
            <a:noFill/>
            <a:ln>
              <a:noFill/>
            </a:ln>
          </p:spPr>
          <p:txBody>
            <a:bodyPr wrap="none" lIns="0" tIns="0" rIns="0" bIns="0" anchor="t" anchorCtr="0">
              <a:spAutoFit/>
            </a:bodyPr>
            <a:lstStyle/>
            <a:p>
              <a:pPr algn="l">
                <a:defRPr/>
              </a:pPr>
              <a:r>
                <a:rPr lang="zh-CN" sz="1200">
                  <a:solidFill>
                    <a:srgbClr val="A0A0AB"/>
                  </a:solidFill>
                  <a:latin typeface="Arial"/>
                  <a:ea typeface="Microsoft YaHei"/>
                  <a:cs typeface="Arial"/>
                </a:rPr>
                <a:t>Credentials validated by the International Board of Noders.</a:t>
              </a:r>
              <a:endParaRPr/>
            </a:p>
          </p:txBody>
        </p:sp>
      </p:grpSp>
      <p:grpSp>
        <p:nvGrpSpPr>
          <p:cNvPr id="800063786" name="Group 17"/>
          <p:cNvGrpSpPr/>
          <p:nvPr/>
        </p:nvGrpSpPr>
        <p:grpSpPr bwMode="auto">
          <a:xfrm>
            <a:off x="647700" y="2190750"/>
            <a:ext cx="3429000" cy="2857500"/>
            <a:chOff x="647700" y="2190750"/>
            <a:chExt cx="3429000" cy="2857500"/>
          </a:xfrm>
        </p:grpSpPr>
        <p:sp>
          <p:nvSpPr>
            <p:cNvPr id="9" name="Rectangle 9"/>
            <p:cNvSpPr/>
            <p:nvPr/>
          </p:nvSpPr>
          <p:spPr bwMode="auto">
            <a:xfrm>
              <a:off x="647700" y="2190750"/>
              <a:ext cx="3429000" cy="2857500"/>
            </a:xfrm>
            <a:prstGeom prst="roundRect">
              <a:avLst>
                <a:gd name="adj" fmla="val 2667"/>
              </a:avLst>
            </a:prstGeom>
            <a:solidFill>
              <a:srgbClr val="1C1C1F"/>
            </a:solidFill>
            <a:ln w="14288">
              <a:solidFill>
                <a:srgbClr val="2E2E33"/>
              </a:solidFill>
            </a:ln>
          </p:spPr>
        </p:sp>
        <p:sp>
          <p:nvSpPr>
            <p:cNvPr id="10" name="TextBox 10"/>
            <p:cNvSpPr txBox="1"/>
            <p:nvPr/>
          </p:nvSpPr>
          <p:spPr bwMode="auto">
            <a:xfrm>
              <a:off x="864870" y="2474595"/>
              <a:ext cx="988981" cy="182880"/>
            </a:xfrm>
            <a:prstGeom prst="rect">
              <a:avLst/>
            </a:prstGeom>
            <a:noFill/>
            <a:ln>
              <a:noFill/>
            </a:ln>
          </p:spPr>
          <p:txBody>
            <a:bodyPr wrap="none" lIns="0" tIns="0" rIns="0" bIns="0" anchor="t" anchorCtr="0">
              <a:spAutoFit/>
            </a:bodyPr>
            <a:lstStyle/>
            <a:p>
              <a:pPr algn="l">
                <a:defRPr/>
              </a:pPr>
              <a:r>
                <a:rPr lang="zh-CN" sz="900">
                  <a:solidFill>
                    <a:srgbClr val="71717A"/>
                  </a:solidFill>
                  <a:latin typeface="Consolas"/>
                  <a:ea typeface="Microsoft YaHei"/>
                  <a:cs typeface="Consolas"/>
                </a:rPr>
                <a:t>CREDENTIAL // 01</a:t>
              </a:r>
              <a:endParaRPr/>
            </a:p>
          </p:txBody>
        </p:sp>
        <p:grpSp>
          <p:nvGrpSpPr>
            <p:cNvPr id="14" name="Group 14"/>
            <p:cNvGrpSpPr/>
            <p:nvPr/>
          </p:nvGrpSpPr>
          <p:grpSpPr bwMode="auto">
            <a:xfrm>
              <a:off x="933450" y="2819400"/>
              <a:ext cx="342900" cy="342900"/>
              <a:chOff x="933450" y="2819400"/>
              <a:chExt cx="342900" cy="342900"/>
            </a:xfrm>
          </p:grpSpPr>
          <p:sp>
            <p:nvSpPr>
              <p:cNvPr id="11" name="Freeform 11"/>
              <p:cNvSpPr/>
              <p:nvPr/>
            </p:nvSpPr>
            <p:spPr bwMode="auto">
              <a:xfrm>
                <a:off x="933450" y="2819400"/>
                <a:ext cx="342900" cy="171450"/>
              </a:xfrm>
              <a:custGeom>
                <a:avLst/>
                <a:gdLst/>
                <a:ahLst/>
                <a:cxnLst/>
                <a:rect l="l" t="t" r="r" b="b"/>
                <a:pathLst>
                  <a:path w="342900" h="171450" fill="norm" stroke="1" extrusionOk="0">
                    <a:moveTo>
                      <a:pt x="0" y="171450"/>
                    </a:moveTo>
                    <a:lnTo>
                      <a:pt x="19050" y="171450"/>
                    </a:lnTo>
                    <a:moveTo>
                      <a:pt x="171450" y="0"/>
                    </a:moveTo>
                    <a:lnTo>
                      <a:pt x="171450" y="19050"/>
                    </a:lnTo>
                    <a:moveTo>
                      <a:pt x="323850" y="171450"/>
                    </a:moveTo>
                    <a:lnTo>
                      <a:pt x="342900" y="171450"/>
                    </a:lnTo>
                    <a:moveTo>
                      <a:pt x="49530" y="49530"/>
                    </a:moveTo>
                    <a:lnTo>
                      <a:pt x="62865" y="62865"/>
                    </a:lnTo>
                    <a:moveTo>
                      <a:pt x="293370" y="49530"/>
                    </a:moveTo>
                    <a:lnTo>
                      <a:pt x="280035" y="62865"/>
                    </a:lnTo>
                  </a:path>
                </a:pathLst>
              </a:custGeom>
              <a:noFill/>
              <a:ln w="19050">
                <a:solidFill>
                  <a:srgbClr val="00E5FF"/>
                </a:solidFill>
              </a:ln>
            </p:spPr>
          </p:sp>
          <p:sp>
            <p:nvSpPr>
              <p:cNvPr id="12" name="Freeform 12"/>
              <p:cNvSpPr/>
              <p:nvPr/>
            </p:nvSpPr>
            <p:spPr bwMode="auto">
              <a:xfrm>
                <a:off x="1001573" y="2895600"/>
                <a:ext cx="206654" cy="266700"/>
              </a:xfrm>
              <a:custGeom>
                <a:avLst/>
                <a:gdLst/>
                <a:ahLst/>
                <a:cxnLst/>
                <a:rect l="l" t="t" r="r" b="b"/>
                <a:pathLst>
                  <a:path w="206654" h="266700" fill="norm" stroke="1" extrusionOk="0">
                    <a:moveTo>
                      <a:pt x="46177" y="171450"/>
                    </a:moveTo>
                    <a:cubicBezTo>
                      <a:pt x="13378" y="146851"/>
                      <a:pt x="0" y="104024"/>
                      <a:pt x="12965" y="65129"/>
                    </a:cubicBezTo>
                    <a:cubicBezTo>
                      <a:pt x="25930" y="26235"/>
                      <a:pt x="62328" y="0"/>
                      <a:pt x="103327" y="0"/>
                    </a:cubicBezTo>
                    <a:cubicBezTo>
                      <a:pt x="144325" y="0"/>
                      <a:pt x="180724" y="26235"/>
                      <a:pt x="193689" y="65129"/>
                    </a:cubicBezTo>
                    <a:cubicBezTo>
                      <a:pt x="206654" y="104024"/>
                      <a:pt x="193276" y="146851"/>
                      <a:pt x="160477" y="171450"/>
                    </a:cubicBezTo>
                    <a:cubicBezTo>
                      <a:pt x="145392" y="186382"/>
                      <a:pt x="138319" y="207604"/>
                      <a:pt x="141427" y="228600"/>
                    </a:cubicBezTo>
                    <a:cubicBezTo>
                      <a:pt x="141427" y="249642"/>
                      <a:pt x="124369" y="266700"/>
                      <a:pt x="103327" y="266700"/>
                    </a:cubicBezTo>
                    <a:cubicBezTo>
                      <a:pt x="82285" y="266700"/>
                      <a:pt x="65227" y="249642"/>
                      <a:pt x="65227" y="228600"/>
                    </a:cubicBezTo>
                    <a:cubicBezTo>
                      <a:pt x="68335" y="207604"/>
                      <a:pt x="61261" y="186382"/>
                      <a:pt x="46177" y="171450"/>
                    </a:cubicBezTo>
                  </a:path>
                </a:pathLst>
              </a:custGeom>
              <a:noFill/>
              <a:ln w="19050">
                <a:solidFill>
                  <a:srgbClr val="00E5FF"/>
                </a:solidFill>
              </a:ln>
            </p:spPr>
          </p:sp>
          <p:sp>
            <p:nvSpPr>
              <p:cNvPr id="13" name="Freeform 13"/>
              <p:cNvSpPr/>
              <p:nvPr/>
            </p:nvSpPr>
            <p:spPr bwMode="auto">
              <a:xfrm>
                <a:off x="1061085" y="3086100"/>
                <a:ext cx="87630" cy="9525"/>
              </a:xfrm>
              <a:custGeom>
                <a:avLst/>
                <a:gdLst/>
                <a:ahLst/>
                <a:cxnLst/>
                <a:rect l="l" t="t" r="r" b="b"/>
                <a:pathLst>
                  <a:path w="87630" h="9525" fill="norm" stroke="1" extrusionOk="0">
                    <a:moveTo>
                      <a:pt x="0" y="0"/>
                    </a:moveTo>
                    <a:lnTo>
                      <a:pt x="87630" y="0"/>
                    </a:lnTo>
                  </a:path>
                </a:pathLst>
              </a:custGeom>
              <a:noFill/>
              <a:ln w="19050">
                <a:solidFill>
                  <a:srgbClr val="00E5FF"/>
                </a:solidFill>
              </a:ln>
            </p:spPr>
          </p:sp>
        </p:grpSp>
        <p:sp>
          <p:nvSpPr>
            <p:cNvPr id="15" name="TextBox 15"/>
            <p:cNvSpPr txBox="1"/>
            <p:nvPr/>
          </p:nvSpPr>
          <p:spPr bwMode="auto">
            <a:xfrm>
              <a:off x="853440" y="3520440"/>
              <a:ext cx="1784736" cy="365760"/>
            </a:xfrm>
            <a:prstGeom prst="rect">
              <a:avLst/>
            </a:prstGeom>
            <a:noFill/>
            <a:ln>
              <a:noFill/>
            </a:ln>
          </p:spPr>
          <p:txBody>
            <a:bodyPr wrap="none" lIns="0" tIns="0" rIns="0" bIns="0" anchor="t" anchorCtr="0">
              <a:spAutoFit/>
            </a:bodyPr>
            <a:lstStyle/>
            <a:p>
              <a:pPr algn="l">
                <a:defRPr/>
              </a:pPr>
              <a:r>
                <a:rPr lang="zh-CN" sz="1800" b="1">
                  <a:solidFill>
                    <a:srgbClr val="00E5FF"/>
                  </a:solidFill>
                  <a:latin typeface="Arial"/>
                  <a:ea typeface="Microsoft YaHei"/>
                  <a:cs typeface="Arial"/>
                </a:rPr>
                <a:t>10,000+ Hours</a:t>
              </a:r>
              <a:endParaRPr/>
            </a:p>
          </p:txBody>
        </p:sp>
        <p:sp>
          <p:nvSpPr>
            <p:cNvPr id="16" name="TextBox 16"/>
            <p:cNvSpPr txBox="1"/>
            <p:nvPr/>
          </p:nvSpPr>
          <p:spPr bwMode="auto">
            <a:xfrm>
              <a:off x="857250" y="4029075"/>
              <a:ext cx="2247900" cy="590549"/>
            </a:xfrm>
            <a:prstGeom prst="rect">
              <a:avLst/>
            </a:prstGeom>
            <a:noFill/>
            <a:ln>
              <a:noFill/>
            </a:ln>
          </p:spPr>
          <p:txBody>
            <a:bodyPr wrap="square" lIns="0" tIns="0" rIns="0" bIns="0" anchor="t" anchorCtr="0"/>
            <a:lstStyle/>
            <a:p>
              <a:pPr algn="l">
                <a:lnSpc>
                  <a:spcPts val="2250"/>
                </a:lnSpc>
                <a:defRPr/>
              </a:pPr>
              <a:r>
                <a:rPr lang="zh-CN" sz="1500">
                  <a:solidFill>
                    <a:srgbClr val="FFFFFF"/>
                  </a:solidFill>
                  <a:latin typeface="Arial"/>
                  <a:ea typeface="Microsoft YaHei"/>
                  <a:cs typeface="Arial"/>
                </a:rPr>
                <a:t>Spent looking extremely </a:t>
              </a:r>
              <a:r>
                <a:rPr lang="zh-CN" sz="1500">
                  <a:solidFill>
                    <a:srgbClr val="FFFFFF"/>
                  </a:solidFill>
                  <a:latin typeface="Arial"/>
                  <a:ea typeface="Microsoft YaHei"/>
                  <a:cs typeface="Arial"/>
                </a:rPr>
                <a:t>thoughtful in meetings.</a:t>
              </a:r>
              <a:endParaRPr/>
            </a:p>
          </p:txBody>
        </p:sp>
      </p:grpSp>
      <p:grpSp>
        <p:nvGrpSpPr>
          <p:cNvPr id="492608425" name="Group 29"/>
          <p:cNvGrpSpPr/>
          <p:nvPr/>
        </p:nvGrpSpPr>
        <p:grpSpPr bwMode="auto">
          <a:xfrm>
            <a:off x="4343400" y="2190750"/>
            <a:ext cx="3429000" cy="2857500"/>
            <a:chOff x="4343400" y="2190750"/>
            <a:chExt cx="3429000" cy="2857500"/>
          </a:xfrm>
        </p:grpSpPr>
        <p:sp>
          <p:nvSpPr>
            <p:cNvPr id="18" name="Rectangle 18"/>
            <p:cNvSpPr/>
            <p:nvPr/>
          </p:nvSpPr>
          <p:spPr bwMode="auto">
            <a:xfrm>
              <a:off x="4343400" y="2190750"/>
              <a:ext cx="3429000" cy="2857500"/>
            </a:xfrm>
            <a:prstGeom prst="roundRect">
              <a:avLst>
                <a:gd name="adj" fmla="val 2667"/>
              </a:avLst>
            </a:prstGeom>
            <a:solidFill>
              <a:srgbClr val="1C1C1F"/>
            </a:solidFill>
            <a:ln w="14288">
              <a:solidFill>
                <a:srgbClr val="2E2E33"/>
              </a:solidFill>
            </a:ln>
          </p:spPr>
        </p:sp>
        <p:sp>
          <p:nvSpPr>
            <p:cNvPr id="19" name="TextBox 19"/>
            <p:cNvSpPr txBox="1"/>
            <p:nvPr/>
          </p:nvSpPr>
          <p:spPr bwMode="auto">
            <a:xfrm>
              <a:off x="4560570" y="2474595"/>
              <a:ext cx="988981" cy="182880"/>
            </a:xfrm>
            <a:prstGeom prst="rect">
              <a:avLst/>
            </a:prstGeom>
            <a:noFill/>
            <a:ln>
              <a:noFill/>
            </a:ln>
          </p:spPr>
          <p:txBody>
            <a:bodyPr wrap="none" lIns="0" tIns="0" rIns="0" bIns="0" anchor="t" anchorCtr="0">
              <a:spAutoFit/>
            </a:bodyPr>
            <a:lstStyle/>
            <a:p>
              <a:pPr algn="l">
                <a:defRPr/>
              </a:pPr>
              <a:r>
                <a:rPr lang="zh-CN" sz="900">
                  <a:solidFill>
                    <a:srgbClr val="71717A"/>
                  </a:solidFill>
                  <a:latin typeface="Consolas"/>
                  <a:ea typeface="Microsoft YaHei"/>
                  <a:cs typeface="Consolas"/>
                </a:rPr>
                <a:t>CREDENTIAL // 02</a:t>
              </a:r>
              <a:endParaRPr/>
            </a:p>
          </p:txBody>
        </p:sp>
        <p:grpSp>
          <p:nvGrpSpPr>
            <p:cNvPr id="26" name="Group 26"/>
            <p:cNvGrpSpPr/>
            <p:nvPr/>
          </p:nvGrpSpPr>
          <p:grpSpPr bwMode="auto">
            <a:xfrm>
              <a:off x="4629150" y="2819400"/>
              <a:ext cx="342900" cy="342900"/>
              <a:chOff x="4629150" y="2819400"/>
              <a:chExt cx="342900" cy="342900"/>
            </a:xfrm>
          </p:grpSpPr>
          <p:sp>
            <p:nvSpPr>
              <p:cNvPr id="20" name="Freeform 20"/>
              <p:cNvSpPr/>
              <p:nvPr/>
            </p:nvSpPr>
            <p:spPr bwMode="auto">
              <a:xfrm>
                <a:off x="4629150" y="2990850"/>
                <a:ext cx="57150" cy="9525"/>
              </a:xfrm>
              <a:custGeom>
                <a:avLst/>
                <a:gdLst/>
                <a:ahLst/>
                <a:cxnLst/>
                <a:rect l="l" t="t" r="r" b="b"/>
                <a:pathLst>
                  <a:path w="57150" h="9525" fill="norm" stroke="1" extrusionOk="0">
                    <a:moveTo>
                      <a:pt x="0" y="0"/>
                    </a:moveTo>
                    <a:lnTo>
                      <a:pt x="57150" y="0"/>
                    </a:lnTo>
                  </a:path>
                </a:pathLst>
              </a:custGeom>
              <a:noFill/>
              <a:ln w="19050">
                <a:solidFill>
                  <a:srgbClr val="39FF14"/>
                </a:solidFill>
              </a:ln>
            </p:spPr>
          </p:sp>
          <p:sp>
            <p:nvSpPr>
              <p:cNvPr id="21" name="Freeform 21"/>
              <p:cNvSpPr/>
              <p:nvPr/>
            </p:nvSpPr>
            <p:spPr bwMode="auto">
              <a:xfrm>
                <a:off x="4800600" y="2819400"/>
                <a:ext cx="9525" cy="57150"/>
              </a:xfrm>
              <a:custGeom>
                <a:avLst/>
                <a:gdLst/>
                <a:ahLst/>
                <a:cxnLst/>
                <a:rect l="l" t="t" r="r" b="b"/>
                <a:pathLst>
                  <a:path w="9525" h="57150" fill="norm" stroke="1" extrusionOk="0">
                    <a:moveTo>
                      <a:pt x="0" y="0"/>
                    </a:moveTo>
                    <a:lnTo>
                      <a:pt x="0" y="57150"/>
                    </a:lnTo>
                  </a:path>
                </a:pathLst>
              </a:custGeom>
              <a:noFill/>
              <a:ln w="19050">
                <a:solidFill>
                  <a:srgbClr val="39FF14"/>
                </a:solidFill>
              </a:ln>
            </p:spPr>
          </p:sp>
          <p:sp>
            <p:nvSpPr>
              <p:cNvPr id="22" name="Freeform 22"/>
              <p:cNvSpPr/>
              <p:nvPr/>
            </p:nvSpPr>
            <p:spPr bwMode="auto">
              <a:xfrm>
                <a:off x="4678680" y="2868930"/>
                <a:ext cx="41910" cy="41910"/>
              </a:xfrm>
              <a:custGeom>
                <a:avLst/>
                <a:gdLst/>
                <a:ahLst/>
                <a:cxnLst/>
                <a:rect l="l" t="t" r="r" b="b"/>
                <a:pathLst>
                  <a:path w="41910" h="41910" fill="norm" stroke="1" extrusionOk="0">
                    <a:moveTo>
                      <a:pt x="41910" y="41910"/>
                    </a:moveTo>
                    <a:lnTo>
                      <a:pt x="0" y="0"/>
                    </a:lnTo>
                  </a:path>
                </a:pathLst>
              </a:custGeom>
              <a:noFill/>
              <a:ln w="19050">
                <a:solidFill>
                  <a:srgbClr val="39FF14"/>
                </a:solidFill>
              </a:ln>
            </p:spPr>
          </p:sp>
          <p:sp>
            <p:nvSpPr>
              <p:cNvPr id="23" name="Freeform 23"/>
              <p:cNvSpPr/>
              <p:nvPr/>
            </p:nvSpPr>
            <p:spPr bwMode="auto">
              <a:xfrm>
                <a:off x="4880610" y="2868930"/>
                <a:ext cx="41910" cy="41910"/>
              </a:xfrm>
              <a:custGeom>
                <a:avLst/>
                <a:gdLst/>
                <a:ahLst/>
                <a:cxnLst/>
                <a:rect l="l" t="t" r="r" b="b"/>
                <a:pathLst>
                  <a:path w="41910" h="41910" fill="norm" stroke="1" extrusionOk="0">
                    <a:moveTo>
                      <a:pt x="0" y="41910"/>
                    </a:moveTo>
                    <a:lnTo>
                      <a:pt x="41910" y="0"/>
                    </a:lnTo>
                  </a:path>
                </a:pathLst>
              </a:custGeom>
              <a:noFill/>
              <a:ln w="19050">
                <a:solidFill>
                  <a:srgbClr val="39FF14"/>
                </a:solidFill>
              </a:ln>
            </p:spPr>
          </p:sp>
          <p:sp>
            <p:nvSpPr>
              <p:cNvPr id="24" name="Freeform 24"/>
              <p:cNvSpPr/>
              <p:nvPr/>
            </p:nvSpPr>
            <p:spPr bwMode="auto">
              <a:xfrm>
                <a:off x="4678680" y="3070860"/>
                <a:ext cx="41910" cy="41910"/>
              </a:xfrm>
              <a:custGeom>
                <a:avLst/>
                <a:gdLst/>
                <a:ahLst/>
                <a:cxnLst/>
                <a:rect l="l" t="t" r="r" b="b"/>
                <a:pathLst>
                  <a:path w="41910" h="41910" fill="norm" stroke="1" extrusionOk="0">
                    <a:moveTo>
                      <a:pt x="41910" y="0"/>
                    </a:moveTo>
                    <a:lnTo>
                      <a:pt x="0" y="41910"/>
                    </a:lnTo>
                  </a:path>
                </a:pathLst>
              </a:custGeom>
              <a:noFill/>
              <a:ln w="19050">
                <a:solidFill>
                  <a:srgbClr val="39FF14"/>
                </a:solidFill>
              </a:ln>
            </p:spPr>
          </p:sp>
          <p:sp>
            <p:nvSpPr>
              <p:cNvPr id="25" name="Freeform 25"/>
              <p:cNvSpPr/>
              <p:nvPr/>
            </p:nvSpPr>
            <p:spPr bwMode="auto">
              <a:xfrm>
                <a:off x="4800600" y="2990850"/>
                <a:ext cx="171450" cy="171450"/>
              </a:xfrm>
              <a:custGeom>
                <a:avLst/>
                <a:gdLst/>
                <a:ahLst/>
                <a:cxnLst/>
                <a:rect l="l" t="t" r="r" b="b"/>
                <a:pathLst>
                  <a:path w="171450" h="171450" fill="norm" stroke="1" extrusionOk="0">
                    <a:moveTo>
                      <a:pt x="0" y="0"/>
                    </a:moveTo>
                    <a:lnTo>
                      <a:pt x="171450" y="57150"/>
                    </a:lnTo>
                    <a:lnTo>
                      <a:pt x="95250" y="95250"/>
                    </a:lnTo>
                    <a:lnTo>
                      <a:pt x="57150" y="171450"/>
                    </a:lnTo>
                    <a:lnTo>
                      <a:pt x="0" y="0"/>
                    </a:lnTo>
                  </a:path>
                </a:pathLst>
              </a:custGeom>
              <a:noFill/>
              <a:ln w="19050">
                <a:solidFill>
                  <a:srgbClr val="39FF14"/>
                </a:solidFill>
              </a:ln>
            </p:spPr>
          </p:sp>
        </p:grpSp>
        <p:sp>
          <p:nvSpPr>
            <p:cNvPr id="27" name="TextBox 27"/>
            <p:cNvSpPr txBox="1"/>
            <p:nvPr/>
          </p:nvSpPr>
          <p:spPr bwMode="auto">
            <a:xfrm>
              <a:off x="4549140" y="3520440"/>
              <a:ext cx="2124980" cy="365760"/>
            </a:xfrm>
            <a:prstGeom prst="rect">
              <a:avLst/>
            </a:prstGeom>
            <a:noFill/>
            <a:ln>
              <a:noFill/>
            </a:ln>
          </p:spPr>
          <p:txBody>
            <a:bodyPr wrap="none" lIns="0" tIns="0" rIns="0" bIns="0" anchor="t" anchorCtr="0">
              <a:spAutoFit/>
            </a:bodyPr>
            <a:lstStyle/>
            <a:p>
              <a:pPr algn="l">
                <a:defRPr/>
              </a:pPr>
              <a:r>
                <a:rPr lang="zh-CN" sz="1800" b="1">
                  <a:solidFill>
                    <a:srgbClr val="39FF14"/>
                  </a:solidFill>
                  <a:latin typeface="Arial"/>
                  <a:ea typeface="Microsoft YaHei"/>
                  <a:cs typeface="Arial"/>
                </a:rPr>
                <a:t>Laser Nomination</a:t>
              </a:r>
              <a:endParaRPr/>
            </a:p>
          </p:txBody>
        </p:sp>
        <p:sp>
          <p:nvSpPr>
            <p:cNvPr id="28" name="TextBox 28"/>
            <p:cNvSpPr txBox="1"/>
            <p:nvPr/>
          </p:nvSpPr>
          <p:spPr bwMode="auto">
            <a:xfrm>
              <a:off x="4552950" y="4029075"/>
              <a:ext cx="2085975" cy="876299"/>
            </a:xfrm>
            <a:prstGeom prst="rect">
              <a:avLst/>
            </a:prstGeom>
            <a:noFill/>
            <a:ln>
              <a:noFill/>
            </a:ln>
          </p:spPr>
          <p:txBody>
            <a:bodyPr wrap="square" lIns="0" tIns="0" rIns="0" bIns="0" anchor="t" anchorCtr="0"/>
            <a:lstStyle/>
            <a:p>
              <a:pPr algn="l">
                <a:lnSpc>
                  <a:spcPts val="2250"/>
                </a:lnSpc>
                <a:defRPr/>
              </a:pPr>
              <a:r>
                <a:rPr lang="zh-CN" sz="1500">
                  <a:solidFill>
                    <a:srgbClr val="FFFFFF"/>
                  </a:solidFill>
                  <a:latin typeface="Arial"/>
                  <a:ea typeface="Microsoft YaHei"/>
                  <a:cs typeface="Arial"/>
                </a:rPr>
                <a:t>Nominated for "Most </a:t>
              </a:r>
              <a:r>
                <a:rPr lang="zh-CN" sz="1500">
                  <a:solidFill>
                    <a:srgbClr val="FFFFFF"/>
                  </a:solidFill>
                  <a:latin typeface="Arial"/>
                  <a:ea typeface="Microsoft YaHei"/>
                  <a:cs typeface="Arial"/>
                </a:rPr>
                <a:t>Likely to Use a Laser </a:t>
              </a:r>
              <a:r>
                <a:rPr lang="zh-CN" sz="1500">
                  <a:solidFill>
                    <a:srgbClr val="FFFFFF"/>
                  </a:solidFill>
                  <a:latin typeface="Arial"/>
                  <a:ea typeface="Microsoft YaHei"/>
                  <a:cs typeface="Arial"/>
                </a:rPr>
                <a:t>Pointer" three times.</a:t>
              </a:r>
              <a:endParaRPr/>
            </a:p>
          </p:txBody>
        </p:sp>
      </p:grpSp>
      <p:grpSp>
        <p:nvGrpSpPr>
          <p:cNvPr id="2003734414" name="Group 37"/>
          <p:cNvGrpSpPr/>
          <p:nvPr/>
        </p:nvGrpSpPr>
        <p:grpSpPr bwMode="auto">
          <a:xfrm>
            <a:off x="8039100" y="2190750"/>
            <a:ext cx="3429000" cy="2857500"/>
            <a:chOff x="8039100" y="2190750"/>
            <a:chExt cx="3429000" cy="2857500"/>
          </a:xfrm>
        </p:grpSpPr>
        <p:sp>
          <p:nvSpPr>
            <p:cNvPr id="30" name="Rectangle 30"/>
            <p:cNvSpPr/>
            <p:nvPr/>
          </p:nvSpPr>
          <p:spPr bwMode="auto">
            <a:xfrm>
              <a:off x="8039100" y="2190750"/>
              <a:ext cx="3429000" cy="2857500"/>
            </a:xfrm>
            <a:prstGeom prst="roundRect">
              <a:avLst>
                <a:gd name="adj" fmla="val 2667"/>
              </a:avLst>
            </a:prstGeom>
            <a:solidFill>
              <a:srgbClr val="1C1C1F"/>
            </a:solidFill>
            <a:ln w="14288">
              <a:solidFill>
                <a:srgbClr val="2E2E33"/>
              </a:solidFill>
            </a:ln>
          </p:spPr>
        </p:sp>
        <p:sp>
          <p:nvSpPr>
            <p:cNvPr id="31" name="TextBox 31"/>
            <p:cNvSpPr txBox="1"/>
            <p:nvPr/>
          </p:nvSpPr>
          <p:spPr bwMode="auto">
            <a:xfrm>
              <a:off x="8256270" y="2474595"/>
              <a:ext cx="988981" cy="182880"/>
            </a:xfrm>
            <a:prstGeom prst="rect">
              <a:avLst/>
            </a:prstGeom>
            <a:noFill/>
            <a:ln>
              <a:noFill/>
            </a:ln>
          </p:spPr>
          <p:txBody>
            <a:bodyPr wrap="none" lIns="0" tIns="0" rIns="0" bIns="0" anchor="t" anchorCtr="0">
              <a:spAutoFit/>
            </a:bodyPr>
            <a:lstStyle/>
            <a:p>
              <a:pPr algn="l">
                <a:defRPr/>
              </a:pPr>
              <a:r>
                <a:rPr lang="zh-CN" sz="900">
                  <a:solidFill>
                    <a:srgbClr val="71717A"/>
                  </a:solidFill>
                  <a:latin typeface="Consolas"/>
                  <a:ea typeface="Microsoft YaHei"/>
                  <a:cs typeface="Consolas"/>
                </a:rPr>
                <a:t>CREDENTIAL // 03</a:t>
              </a:r>
              <a:endParaRPr/>
            </a:p>
          </p:txBody>
        </p:sp>
        <p:grpSp>
          <p:nvGrpSpPr>
            <p:cNvPr id="34" name="Group 34"/>
            <p:cNvGrpSpPr/>
            <p:nvPr/>
          </p:nvGrpSpPr>
          <p:grpSpPr bwMode="auto">
            <a:xfrm>
              <a:off x="8324850" y="2819404"/>
              <a:ext cx="342896" cy="342896"/>
              <a:chOff x="8324850" y="2819404"/>
              <a:chExt cx="342896" cy="342896"/>
            </a:xfrm>
          </p:grpSpPr>
          <p:sp>
            <p:nvSpPr>
              <p:cNvPr id="32" name="Freeform 32"/>
              <p:cNvSpPr/>
              <p:nvPr/>
            </p:nvSpPr>
            <p:spPr bwMode="auto">
              <a:xfrm>
                <a:off x="8324850" y="2819404"/>
                <a:ext cx="342896" cy="342896"/>
              </a:xfrm>
              <a:custGeom>
                <a:avLst/>
                <a:gdLst/>
                <a:ahLst/>
                <a:cxnLst/>
                <a:rect l="l" t="t" r="r" b="b"/>
                <a:pathLst>
                  <a:path w="342896" h="342896" fill="norm" stroke="1" extrusionOk="0">
                    <a:moveTo>
                      <a:pt x="258223" y="16055"/>
                    </a:moveTo>
                    <a:lnTo>
                      <a:pt x="326841" y="84674"/>
                    </a:lnTo>
                    <a:cubicBezTo>
                      <a:pt x="337121" y="94952"/>
                      <a:pt x="342896" y="108894"/>
                      <a:pt x="342896" y="123431"/>
                    </a:cubicBezTo>
                    <a:cubicBezTo>
                      <a:pt x="342896" y="137968"/>
                      <a:pt x="337121" y="151910"/>
                      <a:pt x="326841" y="162188"/>
                    </a:cubicBezTo>
                    <a:lnTo>
                      <a:pt x="276492" y="212537"/>
                    </a:lnTo>
                    <a:cubicBezTo>
                      <a:pt x="266213" y="222817"/>
                      <a:pt x="252272" y="228593"/>
                      <a:pt x="237734" y="228593"/>
                    </a:cubicBezTo>
                    <a:cubicBezTo>
                      <a:pt x="223197" y="228593"/>
                      <a:pt x="209256" y="222817"/>
                      <a:pt x="198977" y="212537"/>
                    </a:cubicBezTo>
                    <a:lnTo>
                      <a:pt x="193243" y="206803"/>
                    </a:lnTo>
                    <a:lnTo>
                      <a:pt x="68313" y="331733"/>
                    </a:lnTo>
                    <a:cubicBezTo>
                      <a:pt x="61983" y="338062"/>
                      <a:pt x="53627" y="341960"/>
                      <a:pt x="44710" y="342744"/>
                    </a:cubicBezTo>
                    <a:lnTo>
                      <a:pt x="41377" y="342896"/>
                    </a:lnTo>
                    <a:lnTo>
                      <a:pt x="19050" y="342896"/>
                    </a:lnTo>
                    <a:cubicBezTo>
                      <a:pt x="9392" y="342895"/>
                      <a:pt x="1263" y="335667"/>
                      <a:pt x="133" y="326075"/>
                    </a:cubicBezTo>
                    <a:lnTo>
                      <a:pt x="0" y="323846"/>
                    </a:lnTo>
                    <a:lnTo>
                      <a:pt x="0" y="301520"/>
                    </a:lnTo>
                    <a:cubicBezTo>
                      <a:pt x="2" y="292575"/>
                      <a:pt x="3152" y="283916"/>
                      <a:pt x="8896" y="277060"/>
                    </a:cubicBezTo>
                    <a:lnTo>
                      <a:pt x="11163" y="274583"/>
                    </a:lnTo>
                    <a:lnTo>
                      <a:pt x="19050" y="266696"/>
                    </a:lnTo>
                    <a:lnTo>
                      <a:pt x="57150" y="266696"/>
                    </a:lnTo>
                    <a:lnTo>
                      <a:pt x="57150" y="228596"/>
                    </a:lnTo>
                    <a:lnTo>
                      <a:pt x="95250" y="228596"/>
                    </a:lnTo>
                    <a:lnTo>
                      <a:pt x="95250" y="190496"/>
                    </a:lnTo>
                    <a:lnTo>
                      <a:pt x="136093" y="149653"/>
                    </a:lnTo>
                    <a:lnTo>
                      <a:pt x="130359" y="143919"/>
                    </a:lnTo>
                    <a:cubicBezTo>
                      <a:pt x="120079" y="133641"/>
                      <a:pt x="114304" y="119699"/>
                      <a:pt x="114304" y="105162"/>
                    </a:cubicBezTo>
                    <a:cubicBezTo>
                      <a:pt x="114304" y="90625"/>
                      <a:pt x="120079" y="76683"/>
                      <a:pt x="130359" y="66405"/>
                    </a:cubicBezTo>
                    <a:lnTo>
                      <a:pt x="180708" y="16055"/>
                    </a:lnTo>
                    <a:cubicBezTo>
                      <a:pt x="190987" y="5775"/>
                      <a:pt x="204928" y="0"/>
                      <a:pt x="219466" y="0"/>
                    </a:cubicBezTo>
                    <a:cubicBezTo>
                      <a:pt x="234003" y="0"/>
                      <a:pt x="247944" y="5775"/>
                      <a:pt x="258223" y="16055"/>
                    </a:cubicBezTo>
                  </a:path>
                </a:pathLst>
              </a:custGeom>
              <a:noFill/>
              <a:ln w="19050">
                <a:solidFill>
                  <a:srgbClr val="FF007F"/>
                </a:solidFill>
              </a:ln>
            </p:spPr>
          </p:sp>
          <p:sp>
            <p:nvSpPr>
              <p:cNvPr id="33" name="Freeform 33"/>
              <p:cNvSpPr/>
              <p:nvPr/>
            </p:nvSpPr>
            <p:spPr bwMode="auto">
              <a:xfrm>
                <a:off x="8553450" y="2933699"/>
                <a:ext cx="9525" cy="9525"/>
              </a:xfrm>
              <a:custGeom>
                <a:avLst/>
                <a:gdLst/>
                <a:ahLst/>
                <a:cxnLst/>
                <a:rect l="l" t="t" r="r" b="b"/>
                <a:pathLst>
                  <a:path w="9525" h="9525" fill="norm" stroke="1" extrusionOk="0">
                    <a:moveTo>
                      <a:pt x="0" y="0"/>
                    </a:moveTo>
                    <a:lnTo>
                      <a:pt x="190" y="0"/>
                    </a:lnTo>
                  </a:path>
                </a:pathLst>
              </a:custGeom>
              <a:noFill/>
              <a:ln w="19050">
                <a:solidFill>
                  <a:srgbClr val="FF007F"/>
                </a:solidFill>
              </a:ln>
            </p:spPr>
          </p:sp>
        </p:grpSp>
        <p:sp>
          <p:nvSpPr>
            <p:cNvPr id="35" name="TextBox 35"/>
            <p:cNvSpPr txBox="1"/>
            <p:nvPr/>
          </p:nvSpPr>
          <p:spPr bwMode="auto">
            <a:xfrm>
              <a:off x="8244840" y="3520440"/>
              <a:ext cx="1860347" cy="365760"/>
            </a:xfrm>
            <a:prstGeom prst="rect">
              <a:avLst/>
            </a:prstGeom>
            <a:noFill/>
            <a:ln>
              <a:noFill/>
            </a:ln>
          </p:spPr>
          <p:txBody>
            <a:bodyPr wrap="none" lIns="0" tIns="0" rIns="0" bIns="0" anchor="t" anchorCtr="0">
              <a:spAutoFit/>
            </a:bodyPr>
            <a:lstStyle/>
            <a:p>
              <a:pPr algn="l">
                <a:defRPr/>
              </a:pPr>
              <a:r>
                <a:rPr lang="zh-CN" sz="1800" b="1">
                  <a:solidFill>
                    <a:srgbClr val="FF007F"/>
                  </a:solidFill>
                  <a:latin typeface="Arial"/>
                  <a:ea typeface="Microsoft YaHei"/>
                  <a:cs typeface="Arial"/>
                </a:rPr>
                <a:t>Nodding Expert</a:t>
              </a:r>
              <a:endParaRPr/>
            </a:p>
          </p:txBody>
        </p:sp>
        <p:sp>
          <p:nvSpPr>
            <p:cNvPr id="36" name="TextBox 36"/>
            <p:cNvSpPr txBox="1"/>
            <p:nvPr/>
          </p:nvSpPr>
          <p:spPr bwMode="auto">
            <a:xfrm>
              <a:off x="8248650" y="4029075"/>
              <a:ext cx="2000250" cy="876299"/>
            </a:xfrm>
            <a:prstGeom prst="rect">
              <a:avLst/>
            </a:prstGeom>
            <a:noFill/>
            <a:ln>
              <a:noFill/>
            </a:ln>
          </p:spPr>
          <p:txBody>
            <a:bodyPr wrap="square" lIns="0" tIns="0" rIns="0" bIns="0" anchor="t" anchorCtr="0"/>
            <a:lstStyle/>
            <a:p>
              <a:pPr algn="l">
                <a:lnSpc>
                  <a:spcPts val="2250"/>
                </a:lnSpc>
                <a:defRPr/>
              </a:pPr>
              <a:r>
                <a:rPr lang="zh-CN" sz="1500">
                  <a:solidFill>
                    <a:srgbClr val="FFFFFF"/>
                  </a:solidFill>
                  <a:latin typeface="Arial"/>
                  <a:ea typeface="Microsoft YaHei"/>
                  <a:cs typeface="Arial"/>
                </a:rPr>
                <a:t>Certified in Advanced </a:t>
              </a:r>
              <a:r>
                <a:rPr lang="zh-CN" sz="1500">
                  <a:solidFill>
                    <a:srgbClr val="FFFFFF"/>
                  </a:solidFill>
                  <a:latin typeface="Arial"/>
                  <a:ea typeface="Microsoft YaHei"/>
                  <a:cs typeface="Arial"/>
                </a:rPr>
                <a:t>Nodding by the </a:t>
              </a:r>
              <a:r>
                <a:rPr lang="zh-CN" sz="1500">
                  <a:solidFill>
                    <a:srgbClr val="FFFFFF"/>
                  </a:solidFill>
                  <a:latin typeface="Arial"/>
                  <a:ea typeface="Microsoft YaHei"/>
                  <a:cs typeface="Arial"/>
                </a:rPr>
                <a:t>International Board.</a:t>
              </a:r>
              <a:endParaRPr/>
            </a:p>
          </p:txBody>
        </p:sp>
      </p:grpSp>
      <p:grpSp>
        <p:nvGrpSpPr>
          <p:cNvPr id="716109202" name="Group 39"/>
          <p:cNvGrpSpPr/>
          <p:nvPr/>
        </p:nvGrpSpPr>
        <p:grpSpPr bwMode="auto">
          <a:xfrm>
            <a:off x="559118" y="5419249"/>
            <a:ext cx="7156156" cy="198120"/>
            <a:chOff x="559118" y="5419249"/>
            <a:chExt cx="7156156" cy="198120"/>
          </a:xfrm>
        </p:grpSpPr>
        <p:sp>
          <p:nvSpPr>
            <p:cNvPr id="38" name="TextBox 38"/>
            <p:cNvSpPr txBox="1"/>
            <p:nvPr/>
          </p:nvSpPr>
          <p:spPr bwMode="auto">
            <a:xfrm>
              <a:off x="559118" y="5419249"/>
              <a:ext cx="7156156" cy="198120"/>
            </a:xfrm>
            <a:prstGeom prst="rect">
              <a:avLst/>
            </a:prstGeom>
            <a:noFill/>
            <a:ln>
              <a:noFill/>
            </a:ln>
          </p:spPr>
          <p:txBody>
            <a:bodyPr wrap="none" lIns="0" tIns="0" rIns="0" bIns="0" anchor="t" anchorCtr="0">
              <a:spAutoFit/>
            </a:bodyPr>
            <a:lstStyle/>
            <a:p>
              <a:pPr algn="l">
                <a:defRPr/>
              </a:pPr>
              <a:r>
                <a:rPr lang="zh-CN" sz="1000">
                  <a:solidFill>
                    <a:srgbClr val="A0A0AB"/>
                  </a:solidFill>
                  <a:latin typeface="Arial"/>
                  <a:ea typeface="Microsoft YaHei"/>
                  <a:cs typeface="Arial"/>
                </a:rPr>
                <a:t>Note: Certification granted by the International Board of Noders. Checked at 10pt size for display verification.</a:t>
              </a:r>
              <a:endParaRPr/>
            </a:p>
          </p:txBody>
        </p:sp>
      </p:grpSp>
      <p:grpSp>
        <p:nvGrpSpPr>
          <p:cNvPr id="1670250008" name="Group 43"/>
          <p:cNvGrpSpPr/>
          <p:nvPr/>
        </p:nvGrpSpPr>
        <p:grpSpPr bwMode="auto">
          <a:xfrm>
            <a:off x="560070" y="6238875"/>
            <a:ext cx="11071860" cy="323850"/>
            <a:chOff x="560070" y="6238875"/>
            <a:chExt cx="11071860" cy="323850"/>
          </a:xfrm>
        </p:grpSpPr>
        <p:sp>
          <p:nvSpPr>
            <p:cNvPr id="40" name="Line 40"/>
            <p:cNvSpPr/>
            <p:nvPr/>
          </p:nvSpPr>
          <p:spPr bwMode="auto">
            <a:xfrm>
              <a:off x="571500" y="6238875"/>
              <a:ext cx="11049000" cy="9525"/>
            </a:xfrm>
            <a:custGeom>
              <a:avLst/>
              <a:gdLst/>
              <a:ahLst/>
              <a:cxnLst/>
              <a:rect l="l" t="t" r="r" b="b"/>
              <a:pathLst>
                <a:path w="11049000" h="9525" fill="norm" stroke="1" extrusionOk="0">
                  <a:moveTo>
                    <a:pt x="0" y="0"/>
                  </a:moveTo>
                  <a:lnTo>
                    <a:pt x="11049000" y="0"/>
                  </a:lnTo>
                </a:path>
              </a:pathLst>
            </a:custGeom>
            <a:noFill/>
            <a:ln w="14288">
              <a:solidFill>
                <a:srgbClr val="2E2E33"/>
              </a:solidFill>
            </a:ln>
          </p:spPr>
        </p:sp>
        <p:sp>
          <p:nvSpPr>
            <p:cNvPr id="41" name="TextBox 41"/>
            <p:cNvSpPr txBox="1"/>
            <p:nvPr/>
          </p:nvSpPr>
          <p:spPr bwMode="auto">
            <a:xfrm>
              <a:off x="560070" y="6379845"/>
              <a:ext cx="1913096" cy="182880"/>
            </a:xfrm>
            <a:prstGeom prst="rect">
              <a:avLst/>
            </a:prstGeom>
            <a:noFill/>
            <a:ln>
              <a:noFill/>
            </a:ln>
          </p:spPr>
          <p:txBody>
            <a:bodyPr wrap="none" lIns="0" tIns="0" rIns="0" bIns="0" anchor="t" anchorCtr="0">
              <a:spAutoFit/>
            </a:bodyPr>
            <a:lstStyle/>
            <a:p>
              <a:pPr algn="l">
                <a:defRPr/>
              </a:pPr>
              <a:r>
                <a:rPr lang="zh-CN" sz="900">
                  <a:solidFill>
                    <a:srgbClr val="71717A"/>
                  </a:solidFill>
                  <a:latin typeface="Consolas"/>
                  <a:ea typeface="Microsoft YaHei"/>
                  <a:cs typeface="Consolas"/>
                </a:rPr>
                <a:t>LEGIBILITY_TEST: 13PX (10PT) OK</a:t>
              </a:r>
              <a:endParaRPr/>
            </a:p>
          </p:txBody>
        </p:sp>
        <p:sp>
          <p:nvSpPr>
            <p:cNvPr id="42" name="TextBox 42"/>
            <p:cNvSpPr txBox="1"/>
            <p:nvPr/>
          </p:nvSpPr>
          <p:spPr bwMode="auto">
            <a:xfrm>
              <a:off x="10810970" y="6379845"/>
              <a:ext cx="820960" cy="182880"/>
            </a:xfrm>
            <a:prstGeom prst="rect">
              <a:avLst/>
            </a:prstGeom>
            <a:noFill/>
            <a:ln>
              <a:noFill/>
            </a:ln>
          </p:spPr>
          <p:txBody>
            <a:bodyPr wrap="none" lIns="0" tIns="0" rIns="0" bIns="0" anchor="t" anchorCtr="0">
              <a:spAutoFit/>
            </a:bodyPr>
            <a:lstStyle/>
            <a:p>
              <a:pPr algn="r">
                <a:defRPr/>
              </a:pPr>
              <a:r>
                <a:rPr lang="zh-CN" sz="900">
                  <a:solidFill>
                    <a:srgbClr val="71717A"/>
                  </a:solidFill>
                  <a:latin typeface="Consolas"/>
                  <a:ea typeface="Microsoft YaHei"/>
                  <a:cs typeface="Consolas"/>
                </a:rPr>
                <a:t>PAGE_03 // 13</a:t>
              </a:r>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400" advClick="1">
        <p:fade thruBlk="0"/>
      </p:transition>
    </mc:Choice>
    <mc:Fallback>
      <p:transition spd="fast" advClick="1">
        <p:fade thruBlk="0"/>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85884044"/>
                                        </p:tgtEl>
                                        <p:attrNameLst>
                                          <p:attrName>style.visibility</p:attrName>
                                        </p:attrNameLst>
                                      </p:cBhvr>
                                      <p:to>
                                        <p:strVal val="visible"/>
                                      </p:to>
                                    </p:set>
                                    <p:animEffect transition="in" filter="fade">
                                      <p:cBhvr>
                                        <p:cTn id="7" dur="400"/>
                                        <p:tgtEl>
                                          <p:spTgt spid="985884044"/>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800063786"/>
                                        </p:tgtEl>
                                        <p:attrNameLst>
                                          <p:attrName>style.visibility</p:attrName>
                                        </p:attrNameLst>
                                      </p:cBhvr>
                                      <p:to>
                                        <p:strVal val="visible"/>
                                      </p:to>
                                    </p:set>
                                    <p:animEffect transition="in" filter="slide(fromBottom)">
                                      <p:cBhvr>
                                        <p:cTn id="11" dur="400"/>
                                        <p:tgtEl>
                                          <p:spTgt spid="800063786"/>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492608425"/>
                                        </p:tgtEl>
                                        <p:attrNameLst>
                                          <p:attrName>style.visibility</p:attrName>
                                        </p:attrNameLst>
                                      </p:cBhvr>
                                      <p:to>
                                        <p:strVal val="visible"/>
                                      </p:to>
                                    </p:set>
                                    <p:animEffect transition="in" filter="image">
                                      <p:cBhvr>
                                        <p:cTn id="15" dur="400"/>
                                        <p:tgtEl>
                                          <p:spTgt spid="492608425"/>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2003734414"/>
                                        </p:tgtEl>
                                        <p:attrNameLst>
                                          <p:attrName>style.visibility</p:attrName>
                                        </p:attrNameLst>
                                      </p:cBhvr>
                                      <p:to>
                                        <p:strVal val="visible"/>
                                      </p:to>
                                    </p:set>
                                    <p:animEffect transition="in" filter="fade">
                                      <p:cBhvr>
                                        <p:cTn id="19" dur="400"/>
                                        <p:tgtEl>
                                          <p:spTgt spid="2003734414"/>
                                        </p:tgtEl>
                                      </p:cBhvr>
                                    </p:animEffect>
                                  </p:childTnLst>
                                </p:cTn>
                              </p:par>
                            </p:childTnLst>
                          </p:cTn>
                        </p:par>
                        <p:par>
                          <p:cTn id="20" fill="hold">
                            <p:stCondLst>
                              <p:cond delay="3600"/>
                            </p:stCondLst>
                            <p:childTnLst>
                              <p:par>
                                <p:cTn id="21" presetID="22" presetClass="entr" presetSubtype="1" fill="hold" nodeType="afterEffect">
                                  <p:stCondLst>
                                    <p:cond delay="0"/>
                                  </p:stCondLst>
                                  <p:childTnLst>
                                    <p:set>
                                      <p:cBhvr>
                                        <p:cTn id="22" dur="1" fill="hold">
                                          <p:stCondLst>
                                            <p:cond delay="0"/>
                                          </p:stCondLst>
                                        </p:cTn>
                                        <p:tgtEl>
                                          <p:spTgt spid="716109202"/>
                                        </p:tgtEl>
                                        <p:attrNameLst>
                                          <p:attrName>style.visibility</p:attrName>
                                        </p:attrNameLst>
                                      </p:cBhvr>
                                      <p:to>
                                        <p:strVal val="visible"/>
                                      </p:to>
                                    </p:set>
                                    <p:animEffect transition="in" filter="wipe(left)">
                                      <p:cBhvr>
                                        <p:cTn id="23" dur="400"/>
                                        <p:tgtEl>
                                          <p:spTgt spid="7161092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5884044" grpId="0"/>
      <p:bldP spid="800063786" grpId="0"/>
      <p:bldP spid="492608425" grpId="0"/>
      <p:bldP spid="2003734414" grpId="0"/>
      <p:bldP spid="716109202" grpId="0"/>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15691506" name="Rectangle 2"/>
          <p:cNvSpPr/>
          <p:nvPr/>
        </p:nvSpPr>
        <p:spPr bwMode="auto">
          <a:xfrm>
            <a:off x="0" y="0"/>
            <a:ext cx="12192000" cy="6858000"/>
          </a:xfrm>
          <a:prstGeom prst="rect">
            <a:avLst/>
          </a:prstGeom>
          <a:pattFill prst="lgGrid">
            <a:fgClr>
              <a:srgbClr val="242428"/>
            </a:fgClr>
            <a:bgClr>
              <a:srgbClr val="121214"/>
            </a:bgClr>
          </a:pattFill>
          <a:ln>
            <a:noFill/>
          </a:ln>
        </p:spPr>
      </p:sp>
      <p:grpSp>
        <p:nvGrpSpPr>
          <p:cNvPr id="791314677" name="Group 5"/>
          <p:cNvGrpSpPr/>
          <p:nvPr/>
        </p:nvGrpSpPr>
        <p:grpSpPr bwMode="auto">
          <a:xfrm>
            <a:off x="560070" y="379095"/>
            <a:ext cx="11060430" cy="249555"/>
            <a:chOff x="560070" y="379095"/>
            <a:chExt cx="11060430" cy="249555"/>
          </a:xfrm>
        </p:grpSpPr>
        <p:sp>
          <p:nvSpPr>
            <p:cNvPr id="3" name="TextBox 3"/>
            <p:cNvSpPr txBox="1"/>
            <p:nvPr/>
          </p:nvSpPr>
          <p:spPr bwMode="auto">
            <a:xfrm>
              <a:off x="560070" y="379095"/>
              <a:ext cx="1811083" cy="182880"/>
            </a:xfrm>
            <a:prstGeom prst="rect">
              <a:avLst/>
            </a:prstGeom>
            <a:noFill/>
            <a:ln>
              <a:noFill/>
            </a:ln>
          </p:spPr>
          <p:txBody>
            <a:bodyPr wrap="none" lIns="0" tIns="0" rIns="0" bIns="0" anchor="t" anchorCtr="0">
              <a:spAutoFit/>
            </a:bodyPr>
            <a:lstStyle/>
            <a:p>
              <a:pPr algn="l">
                <a:defRPr/>
              </a:pPr>
              <a:r>
                <a:rPr lang="zh-CN" sz="900">
                  <a:solidFill>
                    <a:srgbClr val="71717A"/>
                  </a:solidFill>
                  <a:latin typeface="Consolas"/>
                  <a:ea typeface="Microsoft YaHei"/>
                  <a:cs typeface="Consolas"/>
                </a:rPr>
                <a:t>SYS.DATA_VISUALIZATION // P04</a:t>
              </a:r>
              <a:endParaRPr/>
            </a:p>
          </p:txBody>
        </p:sp>
        <p:sp>
          <p:nvSpPr>
            <p:cNvPr id="4" name="Line 4"/>
            <p:cNvSpPr/>
            <p:nvPr/>
          </p:nvSpPr>
          <p:spPr bwMode="auto">
            <a:xfrm>
              <a:off x="571500" y="619125"/>
              <a:ext cx="11049000" cy="9525"/>
            </a:xfrm>
            <a:custGeom>
              <a:avLst/>
              <a:gdLst/>
              <a:ahLst/>
              <a:cxnLst/>
              <a:rect l="l" t="t" r="r" b="b"/>
              <a:pathLst>
                <a:path w="11049000" h="9525" fill="norm" stroke="1" extrusionOk="0">
                  <a:moveTo>
                    <a:pt x="0" y="0"/>
                  </a:moveTo>
                  <a:lnTo>
                    <a:pt x="11049000" y="0"/>
                  </a:lnTo>
                </a:path>
              </a:pathLst>
            </a:custGeom>
            <a:noFill/>
            <a:ln w="14288">
              <a:solidFill>
                <a:srgbClr val="2E2E33"/>
              </a:solidFill>
            </a:ln>
          </p:spPr>
        </p:sp>
      </p:grpSp>
      <p:grpSp>
        <p:nvGrpSpPr>
          <p:cNvPr id="1493723417" name="Group 8"/>
          <p:cNvGrpSpPr/>
          <p:nvPr/>
        </p:nvGrpSpPr>
        <p:grpSpPr bwMode="auto">
          <a:xfrm>
            <a:off x="537210" y="1042035"/>
            <a:ext cx="6155141" cy="691515"/>
            <a:chOff x="537210" y="1042035"/>
            <a:chExt cx="6155141" cy="691515"/>
          </a:xfrm>
        </p:grpSpPr>
        <p:sp>
          <p:nvSpPr>
            <p:cNvPr id="6" name="TextBox 6"/>
            <p:cNvSpPr txBox="1"/>
            <p:nvPr/>
          </p:nvSpPr>
          <p:spPr bwMode="auto">
            <a:xfrm>
              <a:off x="537210" y="1042035"/>
              <a:ext cx="6155141" cy="548640"/>
            </a:xfrm>
            <a:prstGeom prst="rect">
              <a:avLst/>
            </a:prstGeom>
            <a:noFill/>
            <a:ln>
              <a:noFill/>
            </a:ln>
          </p:spPr>
          <p:txBody>
            <a:bodyPr wrap="none" lIns="0" tIns="0" rIns="0" bIns="0" anchor="t" anchorCtr="0">
              <a:spAutoFit/>
            </a:bodyPr>
            <a:lstStyle/>
            <a:p>
              <a:pPr algn="l">
                <a:defRPr/>
              </a:pPr>
              <a:r>
                <a:rPr lang="zh-CN" sz="2700" b="1">
                  <a:solidFill>
                    <a:srgbClr val="FFFFFF"/>
                  </a:solidFill>
                  <a:latin typeface="Arial"/>
                  <a:ea typeface="Microsoft YaHei"/>
                  <a:cs typeface="Arial"/>
                </a:rPr>
                <a:t>Empirical Evidence of Superiority</a:t>
              </a:r>
              <a:endParaRPr/>
            </a:p>
          </p:txBody>
        </p:sp>
        <p:sp>
          <p:nvSpPr>
            <p:cNvPr id="7" name="TextBox 7"/>
            <p:cNvSpPr txBox="1"/>
            <p:nvPr/>
          </p:nvSpPr>
          <p:spPr bwMode="auto">
            <a:xfrm>
              <a:off x="556260" y="1489710"/>
              <a:ext cx="3934968" cy="243840"/>
            </a:xfrm>
            <a:prstGeom prst="rect">
              <a:avLst/>
            </a:prstGeom>
            <a:noFill/>
            <a:ln>
              <a:noFill/>
            </a:ln>
          </p:spPr>
          <p:txBody>
            <a:bodyPr wrap="none" lIns="0" tIns="0" rIns="0" bIns="0" anchor="t" anchorCtr="0">
              <a:spAutoFit/>
            </a:bodyPr>
            <a:lstStyle/>
            <a:p>
              <a:pPr algn="l">
                <a:defRPr/>
              </a:pPr>
              <a:r>
                <a:rPr lang="zh-CN" sz="1200">
                  <a:solidFill>
                    <a:srgbClr val="A0A0AB"/>
                  </a:solidFill>
                  <a:latin typeface="Arial"/>
                  <a:ea typeface="Microsoft YaHei"/>
                  <a:cs typeface="Arial"/>
                </a:rPr>
                <a:t>Performance metrics modeled over temporal axis.</a:t>
              </a:r>
              <a:endParaRPr/>
            </a:p>
          </p:txBody>
        </p:sp>
      </p:grpSp>
      <p:grpSp>
        <p:nvGrpSpPr>
          <p:cNvPr id="1358455355" name="Group 22"/>
          <p:cNvGrpSpPr/>
          <p:nvPr/>
        </p:nvGrpSpPr>
        <p:grpSpPr bwMode="auto">
          <a:xfrm>
            <a:off x="571500" y="1524000"/>
            <a:ext cx="7139800" cy="4000500"/>
            <a:chOff x="571500" y="1524000"/>
            <a:chExt cx="7139800" cy="4000500"/>
          </a:xfrm>
        </p:grpSpPr>
        <p:sp>
          <p:nvSpPr>
            <p:cNvPr id="9" name="Rectangle 9"/>
            <p:cNvSpPr/>
            <p:nvPr/>
          </p:nvSpPr>
          <p:spPr bwMode="auto">
            <a:xfrm>
              <a:off x="571500" y="1905000"/>
              <a:ext cx="7048500" cy="3619500"/>
            </a:xfrm>
            <a:prstGeom prst="roundRect">
              <a:avLst>
                <a:gd name="adj" fmla="val 2105"/>
              </a:avLst>
            </a:prstGeom>
            <a:solidFill>
              <a:srgbClr val="1C1C1F"/>
            </a:solidFill>
            <a:ln w="14288">
              <a:solidFill>
                <a:srgbClr val="2E2E33"/>
              </a:solidFill>
            </a:ln>
          </p:spPr>
        </p:sp>
        <p:sp>
          <p:nvSpPr>
            <p:cNvPr id="10" name="Line 10"/>
            <p:cNvSpPr/>
            <p:nvPr/>
          </p:nvSpPr>
          <p:spPr bwMode="auto">
            <a:xfrm>
              <a:off x="1524000" y="2381250"/>
              <a:ext cx="9525" cy="2571750"/>
            </a:xfrm>
            <a:custGeom>
              <a:avLst/>
              <a:gdLst/>
              <a:ahLst/>
              <a:cxnLst/>
              <a:rect l="l" t="t" r="r" b="b"/>
              <a:pathLst>
                <a:path w="9525" h="2571750" fill="norm" stroke="1" extrusionOk="0">
                  <a:moveTo>
                    <a:pt x="0" y="0"/>
                  </a:moveTo>
                  <a:lnTo>
                    <a:pt x="0" y="2571750"/>
                  </a:lnTo>
                </a:path>
              </a:pathLst>
            </a:custGeom>
            <a:noFill/>
            <a:ln w="14288">
              <a:solidFill>
                <a:srgbClr val="71717A"/>
              </a:solidFill>
            </a:ln>
          </p:spPr>
        </p:sp>
        <p:sp>
          <p:nvSpPr>
            <p:cNvPr id="11" name="TextBox 11"/>
            <p:cNvSpPr txBox="1"/>
            <p:nvPr/>
          </p:nvSpPr>
          <p:spPr bwMode="auto">
            <a:xfrm>
              <a:off x="809101" y="2315528"/>
              <a:ext cx="537734" cy="213360"/>
            </a:xfrm>
            <a:prstGeom prst="rect">
              <a:avLst/>
            </a:prstGeom>
            <a:noFill/>
            <a:ln>
              <a:noFill/>
            </a:ln>
          </p:spPr>
          <p:txBody>
            <a:bodyPr wrap="none" lIns="0" tIns="0" rIns="0" bIns="0" anchor="t" anchorCtr="0">
              <a:spAutoFit/>
            </a:bodyPr>
            <a:lstStyle/>
            <a:p>
              <a:pPr algn="r">
                <a:defRPr/>
              </a:pPr>
              <a:r>
                <a:rPr lang="zh-CN" sz="1050">
                  <a:solidFill>
                    <a:srgbClr val="00E5FF"/>
                  </a:solidFill>
                  <a:latin typeface="Consolas"/>
                  <a:ea typeface="Microsoft YaHei"/>
                  <a:cs typeface="Consolas"/>
                </a:rPr>
                <a:t>Infinity</a:t>
              </a:r>
              <a:endParaRPr/>
            </a:p>
          </p:txBody>
        </p:sp>
        <p:sp>
          <p:nvSpPr>
            <p:cNvPr id="12" name="TextBox 12"/>
            <p:cNvSpPr txBox="1"/>
            <p:nvPr/>
          </p:nvSpPr>
          <p:spPr bwMode="auto">
            <a:xfrm>
              <a:off x="1243155" y="4887278"/>
              <a:ext cx="103680" cy="213360"/>
            </a:xfrm>
            <a:prstGeom prst="rect">
              <a:avLst/>
            </a:prstGeom>
            <a:noFill/>
            <a:ln>
              <a:noFill/>
            </a:ln>
          </p:spPr>
          <p:txBody>
            <a:bodyPr wrap="none" lIns="0" tIns="0" rIns="0" bIns="0" anchor="t" anchorCtr="0">
              <a:spAutoFit/>
            </a:bodyPr>
            <a:lstStyle/>
            <a:p>
              <a:pPr algn="r">
                <a:defRPr/>
              </a:pPr>
              <a:r>
                <a:rPr lang="zh-CN" sz="1050">
                  <a:solidFill>
                    <a:srgbClr val="71717A"/>
                  </a:solidFill>
                  <a:latin typeface="Consolas"/>
                  <a:ea typeface="Microsoft YaHei"/>
                  <a:cs typeface="Consolas"/>
                </a:rPr>
                <a:t>0</a:t>
              </a:r>
              <a:endParaRPr/>
            </a:p>
          </p:txBody>
        </p:sp>
        <p:sp>
          <p:nvSpPr>
            <p:cNvPr id="13" name="TextBox 13"/>
            <p:cNvSpPr txBox="1"/>
            <p:nvPr/>
          </p:nvSpPr>
          <p:spPr bwMode="auto">
            <a:xfrm>
              <a:off x="1701165" y="2077402"/>
              <a:ext cx="754411" cy="213360"/>
            </a:xfrm>
            <a:prstGeom prst="rect">
              <a:avLst/>
            </a:prstGeom>
            <a:noFill/>
            <a:ln>
              <a:noFill/>
            </a:ln>
          </p:spPr>
          <p:txBody>
            <a:bodyPr wrap="none" lIns="0" tIns="0" rIns="0" bIns="0" anchor="t" anchorCtr="0">
              <a:spAutoFit/>
            </a:bodyPr>
            <a:lstStyle/>
            <a:p>
              <a:pPr algn="l">
                <a:defRPr/>
              </a:pPr>
              <a:r>
                <a:rPr lang="zh-CN" sz="1050" b="1">
                  <a:solidFill>
                    <a:srgbClr val="A0A0AB"/>
                  </a:solidFill>
                  <a:latin typeface="Arial"/>
                  <a:ea typeface="Microsoft YaHei"/>
                  <a:cs typeface="Arial"/>
                </a:rPr>
                <a:t>Greatness</a:t>
              </a:r>
              <a:endParaRPr/>
            </a:p>
          </p:txBody>
        </p:sp>
        <p:sp>
          <p:nvSpPr>
            <p:cNvPr id="14" name="Line 14"/>
            <p:cNvSpPr/>
            <p:nvPr/>
          </p:nvSpPr>
          <p:spPr bwMode="auto">
            <a:xfrm>
              <a:off x="1524000" y="4953000"/>
              <a:ext cx="5715000" cy="9525"/>
            </a:xfrm>
            <a:custGeom>
              <a:avLst/>
              <a:gdLst/>
              <a:ahLst/>
              <a:cxnLst/>
              <a:rect l="l" t="t" r="r" b="b"/>
              <a:pathLst>
                <a:path w="5715000" h="9525" fill="norm" stroke="1" extrusionOk="0">
                  <a:moveTo>
                    <a:pt x="0" y="0"/>
                  </a:moveTo>
                  <a:lnTo>
                    <a:pt x="5715000" y="0"/>
                  </a:lnTo>
                </a:path>
              </a:pathLst>
            </a:custGeom>
            <a:noFill/>
            <a:ln w="14288">
              <a:solidFill>
                <a:srgbClr val="71717A"/>
              </a:solidFill>
            </a:ln>
          </p:spPr>
        </p:sp>
        <p:sp>
          <p:nvSpPr>
            <p:cNvPr id="15" name="TextBox 15"/>
            <p:cNvSpPr txBox="1"/>
            <p:nvPr/>
          </p:nvSpPr>
          <p:spPr bwMode="auto">
            <a:xfrm>
              <a:off x="1800187" y="5061585"/>
              <a:ext cx="400126" cy="243840"/>
            </a:xfrm>
            <a:prstGeom prst="rect">
              <a:avLst/>
            </a:prstGeom>
            <a:noFill/>
            <a:ln>
              <a:noFill/>
            </a:ln>
          </p:spPr>
          <p:txBody>
            <a:bodyPr wrap="none" lIns="0" tIns="0" rIns="0" bIns="0" anchor="t" anchorCtr="0">
              <a:spAutoFit/>
            </a:bodyPr>
            <a:lstStyle/>
            <a:p>
              <a:pPr algn="ctr">
                <a:defRPr/>
              </a:pPr>
              <a:r>
                <a:rPr lang="zh-CN" sz="1200" b="1">
                  <a:solidFill>
                    <a:srgbClr val="FFFFFF"/>
                  </a:solidFill>
                  <a:latin typeface="Arial"/>
                  <a:ea typeface="Microsoft YaHei"/>
                  <a:cs typeface="Arial"/>
                </a:rPr>
                <a:t>Then</a:t>
              </a:r>
              <a:endParaRPr/>
            </a:p>
          </p:txBody>
        </p:sp>
        <p:sp>
          <p:nvSpPr>
            <p:cNvPr id="16" name="TextBox 16"/>
            <p:cNvSpPr txBox="1"/>
            <p:nvPr/>
          </p:nvSpPr>
          <p:spPr bwMode="auto">
            <a:xfrm>
              <a:off x="6592091" y="5061585"/>
              <a:ext cx="341319" cy="243840"/>
            </a:xfrm>
            <a:prstGeom prst="rect">
              <a:avLst/>
            </a:prstGeom>
            <a:noFill/>
            <a:ln>
              <a:noFill/>
            </a:ln>
          </p:spPr>
          <p:txBody>
            <a:bodyPr wrap="none" lIns="0" tIns="0" rIns="0" bIns="0" anchor="t" anchorCtr="0">
              <a:spAutoFit/>
            </a:bodyPr>
            <a:lstStyle/>
            <a:p>
              <a:pPr algn="ctr">
                <a:defRPr/>
              </a:pPr>
              <a:r>
                <a:rPr lang="zh-CN" sz="1200" b="1">
                  <a:solidFill>
                    <a:srgbClr val="FFFFFF"/>
                  </a:solidFill>
                  <a:latin typeface="Arial"/>
                  <a:ea typeface="Microsoft YaHei"/>
                  <a:cs typeface="Arial"/>
                </a:rPr>
                <a:t>Now</a:t>
              </a:r>
              <a:endParaRPr/>
            </a:p>
          </p:txBody>
        </p:sp>
        <p:sp>
          <p:nvSpPr>
            <p:cNvPr id="17" name="TextBox 17"/>
            <p:cNvSpPr txBox="1"/>
            <p:nvPr/>
          </p:nvSpPr>
          <p:spPr bwMode="auto">
            <a:xfrm>
              <a:off x="7368540" y="5077778"/>
              <a:ext cx="342760" cy="213360"/>
            </a:xfrm>
            <a:prstGeom prst="rect">
              <a:avLst/>
            </a:prstGeom>
            <a:noFill/>
            <a:ln>
              <a:noFill/>
            </a:ln>
          </p:spPr>
          <p:txBody>
            <a:bodyPr wrap="none" lIns="0" tIns="0" rIns="0" bIns="0" anchor="t" anchorCtr="0">
              <a:spAutoFit/>
            </a:bodyPr>
            <a:lstStyle/>
            <a:p>
              <a:pPr algn="l">
                <a:defRPr/>
              </a:pPr>
              <a:r>
                <a:rPr lang="zh-CN" sz="1050" b="1">
                  <a:solidFill>
                    <a:srgbClr val="A0A0AB"/>
                  </a:solidFill>
                  <a:latin typeface="Arial"/>
                  <a:ea typeface="Microsoft YaHei"/>
                  <a:cs typeface="Arial"/>
                </a:rPr>
                <a:t>Time</a:t>
              </a:r>
              <a:endParaRPr/>
            </a:p>
          </p:txBody>
        </p:sp>
        <p:sp>
          <p:nvSpPr>
            <p:cNvPr id="18" name="Line 18"/>
            <p:cNvSpPr/>
            <p:nvPr/>
          </p:nvSpPr>
          <p:spPr bwMode="auto">
            <a:xfrm>
              <a:off x="1524000" y="3238500"/>
              <a:ext cx="5715000" cy="9525"/>
            </a:xfrm>
            <a:custGeom>
              <a:avLst/>
              <a:gdLst/>
              <a:ahLst/>
              <a:cxnLst/>
              <a:rect l="l" t="t" r="r" b="b"/>
              <a:pathLst>
                <a:path w="5715000" h="9525" fill="norm" stroke="1" extrusionOk="0">
                  <a:moveTo>
                    <a:pt x="0" y="0"/>
                  </a:moveTo>
                  <a:lnTo>
                    <a:pt x="5715000" y="0"/>
                  </a:lnTo>
                </a:path>
              </a:pathLst>
            </a:custGeom>
            <a:noFill/>
            <a:ln w="9525">
              <a:solidFill>
                <a:srgbClr val="2E2E33"/>
              </a:solidFill>
              <a:prstDash val="sysDot"/>
            </a:ln>
          </p:spPr>
        </p:sp>
        <p:sp>
          <p:nvSpPr>
            <p:cNvPr id="19" name="Line 19"/>
            <p:cNvSpPr/>
            <p:nvPr/>
          </p:nvSpPr>
          <p:spPr bwMode="auto">
            <a:xfrm>
              <a:off x="1524000" y="4095750"/>
              <a:ext cx="5715000" cy="9525"/>
            </a:xfrm>
            <a:custGeom>
              <a:avLst/>
              <a:gdLst/>
              <a:ahLst/>
              <a:cxnLst/>
              <a:rect l="l" t="t" r="r" b="b"/>
              <a:pathLst>
                <a:path w="5715000" h="9525" fill="norm" stroke="1" extrusionOk="0">
                  <a:moveTo>
                    <a:pt x="0" y="0"/>
                  </a:moveTo>
                  <a:lnTo>
                    <a:pt x="5715000" y="0"/>
                  </a:lnTo>
                </a:path>
              </a:pathLst>
            </a:custGeom>
            <a:noFill/>
            <a:ln w="9525">
              <a:solidFill>
                <a:srgbClr val="2E2E33"/>
              </a:solidFill>
              <a:prstDash val="sysDot"/>
            </a:ln>
          </p:spPr>
        </p:sp>
        <p:sp>
          <p:nvSpPr>
            <p:cNvPr id="20" name="Freeform 20"/>
            <p:cNvSpPr/>
            <p:nvPr/>
          </p:nvSpPr>
          <p:spPr bwMode="auto">
            <a:xfrm>
              <a:off x="2000250" y="1524000"/>
              <a:ext cx="5524500" cy="3238500"/>
            </a:xfrm>
            <a:custGeom>
              <a:avLst/>
              <a:gdLst/>
              <a:ahLst/>
              <a:cxnLst/>
              <a:rect l="l" t="t" r="r" b="b"/>
              <a:pathLst>
                <a:path w="5524500" h="3238500" fill="norm" stroke="1" extrusionOk="0">
                  <a:moveTo>
                    <a:pt x="0" y="3238500"/>
                  </a:moveTo>
                  <a:cubicBezTo>
                    <a:pt x="1428750" y="3048000"/>
                    <a:pt x="2857500" y="2286000"/>
                    <a:pt x="4762500" y="857250"/>
                  </a:cubicBezTo>
                  <a:lnTo>
                    <a:pt x="5524500" y="0"/>
                  </a:lnTo>
                </a:path>
              </a:pathLst>
            </a:custGeom>
            <a:noFill/>
            <a:ln w="47625">
              <a:solidFill>
                <a:srgbClr val="39FF14"/>
              </a:solidFill>
            </a:ln>
            <a:effectLst>
              <a:glow rad="76200">
                <a:srgbClr val="39FF14">
                  <a:alpha val="50000"/>
                </a:srgbClr>
              </a:glow>
            </a:effectLst>
          </p:spPr>
        </p:sp>
        <p:sp>
          <p:nvSpPr>
            <p:cNvPr id="21" name="TextBox 21"/>
            <p:cNvSpPr txBox="1"/>
            <p:nvPr/>
          </p:nvSpPr>
          <p:spPr bwMode="auto">
            <a:xfrm>
              <a:off x="2239089" y="5332095"/>
              <a:ext cx="3713321" cy="182880"/>
            </a:xfrm>
            <a:prstGeom prst="rect">
              <a:avLst/>
            </a:prstGeom>
            <a:noFill/>
            <a:ln>
              <a:noFill/>
            </a:ln>
          </p:spPr>
          <p:txBody>
            <a:bodyPr wrap="none" lIns="0" tIns="0" rIns="0" bIns="0" anchor="t" anchorCtr="0">
              <a:spAutoFit/>
            </a:bodyPr>
            <a:lstStyle/>
            <a:p>
              <a:pPr algn="ctr">
                <a:defRPr/>
              </a:pPr>
              <a:r>
                <a:rPr lang="zh-CN" sz="900" i="1">
                  <a:solidFill>
                    <a:srgbClr val="71717A"/>
                  </a:solidFill>
                  <a:latin typeface="Arial"/>
                  <a:ea typeface="Microsoft YaHei"/>
                  <a:cs typeface="Arial"/>
                </a:rPr>
                <a:t>Figure 1.1: My Performance Over Time (Unbounded Trajectory)</a:t>
              </a:r>
              <a:endParaRPr/>
            </a:p>
          </p:txBody>
        </p:sp>
      </p:grpSp>
      <p:grpSp>
        <p:nvGrpSpPr>
          <p:cNvPr id="341523908" name="Group 31"/>
          <p:cNvGrpSpPr/>
          <p:nvPr/>
        </p:nvGrpSpPr>
        <p:grpSpPr bwMode="auto">
          <a:xfrm>
            <a:off x="7905750" y="1905000"/>
            <a:ext cx="3714750" cy="3619500"/>
            <a:chOff x="7905750" y="1905000"/>
            <a:chExt cx="3714750" cy="3619500"/>
          </a:xfrm>
        </p:grpSpPr>
        <p:sp>
          <p:nvSpPr>
            <p:cNvPr id="23" name="Rectangle 23"/>
            <p:cNvSpPr/>
            <p:nvPr/>
          </p:nvSpPr>
          <p:spPr bwMode="auto">
            <a:xfrm>
              <a:off x="7905750" y="1905000"/>
              <a:ext cx="3714750" cy="3619500"/>
            </a:xfrm>
            <a:prstGeom prst="roundRect">
              <a:avLst>
                <a:gd name="adj" fmla="val 2105"/>
              </a:avLst>
            </a:prstGeom>
            <a:solidFill>
              <a:srgbClr val="1C1C1F"/>
            </a:solidFill>
            <a:ln w="14288">
              <a:solidFill>
                <a:srgbClr val="2E2E33"/>
              </a:solidFill>
            </a:ln>
          </p:spPr>
        </p:sp>
        <p:sp>
          <p:nvSpPr>
            <p:cNvPr id="24" name="TextBox 24"/>
            <p:cNvSpPr txBox="1"/>
            <p:nvPr/>
          </p:nvSpPr>
          <p:spPr bwMode="auto">
            <a:xfrm>
              <a:off x="8180070" y="2188845"/>
              <a:ext cx="1607058" cy="182880"/>
            </a:xfrm>
            <a:prstGeom prst="rect">
              <a:avLst/>
            </a:prstGeom>
            <a:noFill/>
            <a:ln>
              <a:noFill/>
            </a:ln>
          </p:spPr>
          <p:txBody>
            <a:bodyPr wrap="none" lIns="0" tIns="0" rIns="0" bIns="0" anchor="t" anchorCtr="0">
              <a:spAutoFit/>
            </a:bodyPr>
            <a:lstStyle/>
            <a:p>
              <a:pPr algn="l">
                <a:defRPr/>
              </a:pPr>
              <a:r>
                <a:rPr lang="zh-CN" sz="900">
                  <a:solidFill>
                    <a:srgbClr val="71717A"/>
                  </a:solidFill>
                  <a:latin typeface="Consolas"/>
                  <a:ea typeface="Microsoft YaHei"/>
                  <a:cs typeface="Consolas"/>
                </a:rPr>
                <a:t>DIAGNOSTICS // CALIBRATION</a:t>
              </a:r>
              <a:endParaRPr/>
            </a:p>
          </p:txBody>
        </p:sp>
        <p:sp>
          <p:nvSpPr>
            <p:cNvPr id="25" name="TextBox 25"/>
            <p:cNvSpPr txBox="1"/>
            <p:nvPr/>
          </p:nvSpPr>
          <p:spPr bwMode="auto">
            <a:xfrm>
              <a:off x="8168640" y="2425065"/>
              <a:ext cx="1986363" cy="365760"/>
            </a:xfrm>
            <a:prstGeom prst="rect">
              <a:avLst/>
            </a:prstGeom>
            <a:noFill/>
            <a:ln>
              <a:noFill/>
            </a:ln>
          </p:spPr>
          <p:txBody>
            <a:bodyPr wrap="none" lIns="0" tIns="0" rIns="0" bIns="0" anchor="t" anchorCtr="0">
              <a:spAutoFit/>
            </a:bodyPr>
            <a:lstStyle/>
            <a:p>
              <a:pPr algn="l">
                <a:defRPr/>
              </a:pPr>
              <a:r>
                <a:rPr lang="zh-CN" sz="1800" b="1">
                  <a:solidFill>
                    <a:srgbClr val="FFFFFF"/>
                  </a:solidFill>
                  <a:latin typeface="Arial"/>
                  <a:ea typeface="Microsoft YaHei"/>
                  <a:cs typeface="Arial"/>
                </a:rPr>
                <a:t>System Analysis</a:t>
              </a:r>
              <a:endParaRPr/>
            </a:p>
          </p:txBody>
        </p:sp>
        <p:sp>
          <p:nvSpPr>
            <p:cNvPr id="26" name="Line 26"/>
            <p:cNvSpPr/>
            <p:nvPr/>
          </p:nvSpPr>
          <p:spPr bwMode="auto">
            <a:xfrm>
              <a:off x="8191500" y="2809875"/>
              <a:ext cx="3143250" cy="9525"/>
            </a:xfrm>
            <a:custGeom>
              <a:avLst/>
              <a:gdLst/>
              <a:ahLst/>
              <a:cxnLst/>
              <a:rect l="l" t="t" r="r" b="b"/>
              <a:pathLst>
                <a:path w="3143250" h="9525" fill="norm" stroke="1" extrusionOk="0">
                  <a:moveTo>
                    <a:pt x="0" y="0"/>
                  </a:moveTo>
                  <a:lnTo>
                    <a:pt x="3143250" y="0"/>
                  </a:lnTo>
                </a:path>
              </a:pathLst>
            </a:custGeom>
            <a:noFill/>
            <a:ln w="9525">
              <a:solidFill>
                <a:srgbClr val="2E2E33"/>
              </a:solidFill>
            </a:ln>
          </p:spPr>
        </p:sp>
        <p:sp>
          <p:nvSpPr>
            <p:cNvPr id="27" name="TextBox 27"/>
            <p:cNvSpPr txBox="1"/>
            <p:nvPr/>
          </p:nvSpPr>
          <p:spPr bwMode="auto">
            <a:xfrm>
              <a:off x="8176260" y="3013710"/>
              <a:ext cx="2390775" cy="243840"/>
            </a:xfrm>
            <a:prstGeom prst="rect">
              <a:avLst/>
            </a:prstGeom>
            <a:noFill/>
            <a:ln>
              <a:noFill/>
            </a:ln>
          </p:spPr>
          <p:txBody>
            <a:bodyPr wrap="none" lIns="0" tIns="0" rIns="0" bIns="0" anchor="t" anchorCtr="0">
              <a:spAutoFit/>
            </a:bodyPr>
            <a:lstStyle/>
            <a:p>
              <a:pPr algn="l">
                <a:defRPr/>
              </a:pPr>
              <a:r>
                <a:rPr lang="zh-CN" sz="1200">
                  <a:solidFill>
                    <a:srgbClr val="A0A0AB"/>
                  </a:solidFill>
                  <a:latin typeface="Arial"/>
                  <a:ea typeface="Microsoft YaHei"/>
                  <a:cs typeface="Arial"/>
                </a:rPr>
                <a:t>Green Color Calibration Check:</a:t>
              </a:r>
              <a:endParaRPr/>
            </a:p>
          </p:txBody>
        </p:sp>
        <p:sp>
          <p:nvSpPr>
            <p:cNvPr id="28" name="TextBox 28"/>
            <p:cNvSpPr txBox="1"/>
            <p:nvPr/>
          </p:nvSpPr>
          <p:spPr bwMode="auto">
            <a:xfrm>
              <a:off x="8174355" y="3283268"/>
              <a:ext cx="2132452" cy="274320"/>
            </a:xfrm>
            <a:prstGeom prst="rect">
              <a:avLst/>
            </a:prstGeom>
            <a:noFill/>
            <a:ln>
              <a:noFill/>
            </a:ln>
          </p:spPr>
          <p:txBody>
            <a:bodyPr wrap="none" lIns="0" tIns="0" rIns="0" bIns="0" anchor="t" anchorCtr="0">
              <a:spAutoFit/>
            </a:bodyPr>
            <a:lstStyle/>
            <a:p>
              <a:pPr algn="l">
                <a:defRPr/>
              </a:pPr>
              <a:r>
                <a:rPr lang="zh-CN" sz="1350" b="1">
                  <a:solidFill>
                    <a:srgbClr val="39FF14"/>
                  </a:solidFill>
                  <a:latin typeface="Arial"/>
                  <a:ea typeface="Microsoft YaHei"/>
                  <a:cs typeface="Arial"/>
                </a:rPr>
                <a:t>Neon Green Tint (Pass)</a:t>
              </a:r>
              <a:endParaRPr/>
            </a:p>
          </p:txBody>
        </p:sp>
        <p:sp>
          <p:nvSpPr>
            <p:cNvPr id="29" name="TextBox 29"/>
            <p:cNvSpPr txBox="1"/>
            <p:nvPr/>
          </p:nvSpPr>
          <p:spPr bwMode="auto">
            <a:xfrm>
              <a:off x="8176260" y="3775710"/>
              <a:ext cx="2398776" cy="243840"/>
            </a:xfrm>
            <a:prstGeom prst="rect">
              <a:avLst/>
            </a:prstGeom>
            <a:noFill/>
            <a:ln>
              <a:noFill/>
            </a:ln>
          </p:spPr>
          <p:txBody>
            <a:bodyPr wrap="none" lIns="0" tIns="0" rIns="0" bIns="0" anchor="t" anchorCtr="0">
              <a:spAutoFit/>
            </a:bodyPr>
            <a:lstStyle/>
            <a:p>
              <a:pPr algn="l">
                <a:defRPr/>
              </a:pPr>
              <a:r>
                <a:rPr lang="zh-CN" sz="1200">
                  <a:solidFill>
                    <a:srgbClr val="A0A0AB"/>
                  </a:solidFill>
                  <a:latin typeface="Arial"/>
                  <a:ea typeface="Microsoft YaHei"/>
                  <a:cs typeface="Arial"/>
                </a:rPr>
                <a:t>Data Interpretative Summary:</a:t>
              </a:r>
              <a:endParaRPr/>
            </a:p>
          </p:txBody>
        </p:sp>
        <p:sp>
          <p:nvSpPr>
            <p:cNvPr id="30" name="TextBox 30"/>
            <p:cNvSpPr txBox="1"/>
            <p:nvPr/>
          </p:nvSpPr>
          <p:spPr bwMode="auto">
            <a:xfrm>
              <a:off x="8172450" y="4029075"/>
              <a:ext cx="2819400" cy="1162050"/>
            </a:xfrm>
            <a:prstGeom prst="rect">
              <a:avLst/>
            </a:prstGeom>
            <a:noFill/>
            <a:ln>
              <a:noFill/>
            </a:ln>
          </p:spPr>
          <p:txBody>
            <a:bodyPr wrap="square" lIns="0" tIns="0" rIns="0" bIns="0" anchor="t" anchorCtr="0"/>
            <a:lstStyle/>
            <a:p>
              <a:pPr algn="l">
                <a:lnSpc>
                  <a:spcPts val="2250"/>
                </a:lnSpc>
                <a:defRPr/>
              </a:pPr>
              <a:r>
                <a:rPr lang="zh-CN" sz="1500">
                  <a:solidFill>
                    <a:srgbClr val="FFFFFF"/>
                  </a:solidFill>
                  <a:latin typeface="Arial"/>
                  <a:ea typeface="Microsoft YaHei"/>
                  <a:cs typeface="Arial"/>
                </a:rPr>
                <a:t>The performance vector </a:t>
              </a:r>
              <a:r>
                <a:rPr lang="zh-CN" sz="1500">
                  <a:solidFill>
                    <a:srgbClr val="FFFFFF"/>
                  </a:solidFill>
                  <a:latin typeface="Arial"/>
                  <a:ea typeface="Microsoft YaHei"/>
                  <a:cs typeface="Arial"/>
                </a:rPr>
                <a:t>exceeds standard dimensions. </a:t>
              </a:r>
              <a:r>
                <a:rPr lang="zh-CN" sz="1500">
                  <a:solidFill>
                    <a:srgbClr val="FFFFFF"/>
                  </a:solidFill>
                  <a:latin typeface="Arial"/>
                  <a:ea typeface="Microsoft YaHei"/>
                  <a:cs typeface="Arial"/>
                </a:rPr>
                <a:t>No questions permitted on </a:t>
              </a:r>
              <a:r>
                <a:rPr lang="zh-CN" sz="1500">
                  <a:solidFill>
                    <a:srgbClr val="FFFFFF"/>
                  </a:solidFill>
                  <a:latin typeface="Arial"/>
                  <a:ea typeface="Microsoft YaHei"/>
                  <a:cs typeface="Arial"/>
                </a:rPr>
                <a:t>this dataset.</a:t>
              </a:r>
              <a:endParaRPr/>
            </a:p>
          </p:txBody>
        </p:sp>
      </p:grpSp>
      <p:grpSp>
        <p:nvGrpSpPr>
          <p:cNvPr id="1504912428" name="Group 35"/>
          <p:cNvGrpSpPr/>
          <p:nvPr/>
        </p:nvGrpSpPr>
        <p:grpSpPr bwMode="auto">
          <a:xfrm>
            <a:off x="560070" y="6238875"/>
            <a:ext cx="11071860" cy="323850"/>
            <a:chOff x="560070" y="6238875"/>
            <a:chExt cx="11071860" cy="323850"/>
          </a:xfrm>
        </p:grpSpPr>
        <p:sp>
          <p:nvSpPr>
            <p:cNvPr id="32" name="Line 32"/>
            <p:cNvSpPr/>
            <p:nvPr/>
          </p:nvSpPr>
          <p:spPr bwMode="auto">
            <a:xfrm>
              <a:off x="571500" y="6238875"/>
              <a:ext cx="11049000" cy="9525"/>
            </a:xfrm>
            <a:custGeom>
              <a:avLst/>
              <a:gdLst/>
              <a:ahLst/>
              <a:cxnLst/>
              <a:rect l="l" t="t" r="r" b="b"/>
              <a:pathLst>
                <a:path w="11049000" h="9525" fill="norm" stroke="1" extrusionOk="0">
                  <a:moveTo>
                    <a:pt x="0" y="0"/>
                  </a:moveTo>
                  <a:lnTo>
                    <a:pt x="11049000" y="0"/>
                  </a:lnTo>
                </a:path>
              </a:pathLst>
            </a:custGeom>
            <a:noFill/>
            <a:ln w="14288">
              <a:solidFill>
                <a:srgbClr val="2E2E33"/>
              </a:solidFill>
            </a:ln>
          </p:spPr>
        </p:sp>
        <p:sp>
          <p:nvSpPr>
            <p:cNvPr id="33" name="TextBox 33"/>
            <p:cNvSpPr txBox="1"/>
            <p:nvPr/>
          </p:nvSpPr>
          <p:spPr bwMode="auto">
            <a:xfrm>
              <a:off x="560070" y="6379845"/>
              <a:ext cx="2105120" cy="182880"/>
            </a:xfrm>
            <a:prstGeom prst="rect">
              <a:avLst/>
            </a:prstGeom>
            <a:noFill/>
            <a:ln>
              <a:noFill/>
            </a:ln>
          </p:spPr>
          <p:txBody>
            <a:bodyPr wrap="none" lIns="0" tIns="0" rIns="0" bIns="0" anchor="t" anchorCtr="0">
              <a:spAutoFit/>
            </a:bodyPr>
            <a:lstStyle/>
            <a:p>
              <a:pPr algn="l">
                <a:defRPr/>
              </a:pPr>
              <a:r>
                <a:rPr lang="zh-CN" sz="900">
                  <a:solidFill>
                    <a:srgbClr val="71717A"/>
                  </a:solidFill>
                  <a:latin typeface="Consolas"/>
                  <a:ea typeface="Microsoft YaHei"/>
                  <a:cs typeface="Consolas"/>
                </a:rPr>
                <a:t>COLOR_CHECK: NEON_GREEN_TINT_OK</a:t>
              </a:r>
              <a:endParaRPr/>
            </a:p>
          </p:txBody>
        </p:sp>
        <p:sp>
          <p:nvSpPr>
            <p:cNvPr id="34" name="TextBox 34"/>
            <p:cNvSpPr txBox="1"/>
            <p:nvPr/>
          </p:nvSpPr>
          <p:spPr bwMode="auto">
            <a:xfrm>
              <a:off x="10810970" y="6379845"/>
              <a:ext cx="820960" cy="182880"/>
            </a:xfrm>
            <a:prstGeom prst="rect">
              <a:avLst/>
            </a:prstGeom>
            <a:noFill/>
            <a:ln>
              <a:noFill/>
            </a:ln>
          </p:spPr>
          <p:txBody>
            <a:bodyPr wrap="none" lIns="0" tIns="0" rIns="0" bIns="0" anchor="t" anchorCtr="0">
              <a:spAutoFit/>
            </a:bodyPr>
            <a:lstStyle/>
            <a:p>
              <a:pPr algn="r">
                <a:defRPr/>
              </a:pPr>
              <a:r>
                <a:rPr lang="zh-CN" sz="900">
                  <a:solidFill>
                    <a:srgbClr val="71717A"/>
                  </a:solidFill>
                  <a:latin typeface="Consolas"/>
                  <a:ea typeface="Microsoft YaHei"/>
                  <a:cs typeface="Consolas"/>
                </a:rPr>
                <a:t>PAGE_04 // 13</a:t>
              </a:r>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400" advClick="1">
        <p:fade thruBlk="0"/>
      </p:transition>
    </mc:Choice>
    <mc:Fallback>
      <p:transition spd="fast" advClick="1">
        <p:fade thruBlk="0"/>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493723417"/>
                                        </p:tgtEl>
                                        <p:attrNameLst>
                                          <p:attrName>style.visibility</p:attrName>
                                        </p:attrNameLst>
                                      </p:cBhvr>
                                      <p:to>
                                        <p:strVal val="visible"/>
                                      </p:to>
                                    </p:set>
                                    <p:animEffect transition="in" filter="fade">
                                      <p:cBhvr>
                                        <p:cTn id="7" dur="400"/>
                                        <p:tgtEl>
                                          <p:spTgt spid="1493723417"/>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1358455355"/>
                                        </p:tgtEl>
                                        <p:attrNameLst>
                                          <p:attrName>style.visibility</p:attrName>
                                        </p:attrNameLst>
                                      </p:cBhvr>
                                      <p:to>
                                        <p:strVal val="visible"/>
                                      </p:to>
                                    </p:set>
                                    <p:animEffect transition="in" filter="wipe(left)">
                                      <p:cBhvr>
                                        <p:cTn id="11" dur="400"/>
                                        <p:tgtEl>
                                          <p:spTgt spid="1358455355"/>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341523908"/>
                                        </p:tgtEl>
                                        <p:attrNameLst>
                                          <p:attrName>style.visibility</p:attrName>
                                        </p:attrNameLst>
                                      </p:cBhvr>
                                      <p:to>
                                        <p:strVal val="visible"/>
                                      </p:to>
                                    </p:set>
                                    <p:animEffect transition="in" filter="image">
                                      <p:cBhvr>
                                        <p:cTn id="15" dur="400"/>
                                        <p:tgtEl>
                                          <p:spTgt spid="3415239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3723417" grpId="0"/>
      <p:bldP spid="1358455355" grpId="0"/>
      <p:bldP spid="341523908" grpId="0"/>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62800100" name="Rectangle 2"/>
          <p:cNvSpPr/>
          <p:nvPr/>
        </p:nvSpPr>
        <p:spPr bwMode="auto">
          <a:xfrm>
            <a:off x="0" y="0"/>
            <a:ext cx="12192000" cy="6858000"/>
          </a:xfrm>
          <a:prstGeom prst="rect">
            <a:avLst/>
          </a:prstGeom>
          <a:pattFill prst="lgGrid">
            <a:fgClr>
              <a:srgbClr val="242428"/>
            </a:fgClr>
            <a:bgClr>
              <a:srgbClr val="121214"/>
            </a:bgClr>
          </a:pattFill>
          <a:ln>
            <a:noFill/>
          </a:ln>
        </p:spPr>
      </p:sp>
      <p:grpSp>
        <p:nvGrpSpPr>
          <p:cNvPr id="1460382759" name="Group 5"/>
          <p:cNvGrpSpPr/>
          <p:nvPr/>
        </p:nvGrpSpPr>
        <p:grpSpPr bwMode="auto">
          <a:xfrm>
            <a:off x="560070" y="379095"/>
            <a:ext cx="11060430" cy="249555"/>
            <a:chOff x="560070" y="379095"/>
            <a:chExt cx="11060430" cy="249555"/>
          </a:xfrm>
        </p:grpSpPr>
        <p:sp>
          <p:nvSpPr>
            <p:cNvPr id="3" name="TextBox 3"/>
            <p:cNvSpPr txBox="1"/>
            <p:nvPr/>
          </p:nvSpPr>
          <p:spPr bwMode="auto">
            <a:xfrm>
              <a:off x="560070" y="379095"/>
              <a:ext cx="2021110" cy="182880"/>
            </a:xfrm>
            <a:prstGeom prst="rect">
              <a:avLst/>
            </a:prstGeom>
            <a:noFill/>
            <a:ln>
              <a:noFill/>
            </a:ln>
          </p:spPr>
          <p:txBody>
            <a:bodyPr wrap="none" lIns="0" tIns="0" rIns="0" bIns="0" anchor="t" anchorCtr="0">
              <a:spAutoFit/>
            </a:bodyPr>
            <a:lstStyle/>
            <a:p>
              <a:pPr algn="l">
                <a:defRPr/>
              </a:pPr>
              <a:r>
                <a:rPr lang="zh-CN" sz="900">
                  <a:solidFill>
                    <a:srgbClr val="71717A"/>
                  </a:solidFill>
                  <a:latin typeface="Consolas"/>
                  <a:ea typeface="Microsoft YaHei"/>
                  <a:cs typeface="Consolas"/>
                </a:rPr>
                <a:t>SYS.GEOMETRY_CALIBRATION // P05</a:t>
              </a:r>
              <a:endParaRPr/>
            </a:p>
          </p:txBody>
        </p:sp>
        <p:sp>
          <p:nvSpPr>
            <p:cNvPr id="4" name="Line 4"/>
            <p:cNvSpPr/>
            <p:nvPr/>
          </p:nvSpPr>
          <p:spPr bwMode="auto">
            <a:xfrm>
              <a:off x="571500" y="619125"/>
              <a:ext cx="11049000" cy="9525"/>
            </a:xfrm>
            <a:custGeom>
              <a:avLst/>
              <a:gdLst/>
              <a:ahLst/>
              <a:cxnLst/>
              <a:rect l="l" t="t" r="r" b="b"/>
              <a:pathLst>
                <a:path w="11049000" h="9525" fill="norm" stroke="1" extrusionOk="0">
                  <a:moveTo>
                    <a:pt x="0" y="0"/>
                  </a:moveTo>
                  <a:lnTo>
                    <a:pt x="11049000" y="0"/>
                  </a:lnTo>
                </a:path>
              </a:pathLst>
            </a:custGeom>
            <a:noFill/>
            <a:ln w="14288">
              <a:solidFill>
                <a:srgbClr val="2E2E33"/>
              </a:solidFill>
            </a:ln>
          </p:spPr>
        </p:sp>
      </p:grpSp>
      <p:grpSp>
        <p:nvGrpSpPr>
          <p:cNvPr id="920865961" name="Group 8"/>
          <p:cNvGrpSpPr/>
          <p:nvPr/>
        </p:nvGrpSpPr>
        <p:grpSpPr bwMode="auto">
          <a:xfrm>
            <a:off x="537210" y="1042035"/>
            <a:ext cx="4834128" cy="691515"/>
            <a:chOff x="537210" y="1042035"/>
            <a:chExt cx="4834128" cy="691515"/>
          </a:xfrm>
        </p:grpSpPr>
        <p:sp>
          <p:nvSpPr>
            <p:cNvPr id="6" name="TextBox 6"/>
            <p:cNvSpPr txBox="1"/>
            <p:nvPr/>
          </p:nvSpPr>
          <p:spPr bwMode="auto">
            <a:xfrm>
              <a:off x="537210" y="1042035"/>
              <a:ext cx="4416123" cy="548640"/>
            </a:xfrm>
            <a:prstGeom prst="rect">
              <a:avLst/>
            </a:prstGeom>
            <a:noFill/>
            <a:ln>
              <a:noFill/>
            </a:ln>
          </p:spPr>
          <p:txBody>
            <a:bodyPr wrap="none" lIns="0" tIns="0" rIns="0" bIns="0" anchor="t" anchorCtr="0">
              <a:spAutoFit/>
            </a:bodyPr>
            <a:lstStyle/>
            <a:p>
              <a:pPr algn="l">
                <a:defRPr/>
              </a:pPr>
              <a:r>
                <a:rPr lang="zh-CN" sz="2700" b="1">
                  <a:solidFill>
                    <a:srgbClr val="FFFFFF"/>
                  </a:solidFill>
                  <a:latin typeface="Arial"/>
                  <a:ea typeface="Microsoft YaHei"/>
                  <a:cs typeface="Arial"/>
                </a:rPr>
                <a:t>Where My Skills Overlap</a:t>
              </a:r>
              <a:endParaRPr/>
            </a:p>
          </p:txBody>
        </p:sp>
        <p:sp>
          <p:nvSpPr>
            <p:cNvPr id="7" name="TextBox 7"/>
            <p:cNvSpPr txBox="1"/>
            <p:nvPr/>
          </p:nvSpPr>
          <p:spPr bwMode="auto">
            <a:xfrm>
              <a:off x="556260" y="1489710"/>
              <a:ext cx="4815077" cy="243840"/>
            </a:xfrm>
            <a:prstGeom prst="rect">
              <a:avLst/>
            </a:prstGeom>
            <a:noFill/>
            <a:ln>
              <a:noFill/>
            </a:ln>
          </p:spPr>
          <p:txBody>
            <a:bodyPr wrap="none" lIns="0" tIns="0" rIns="0" bIns="0" anchor="t" anchorCtr="0">
              <a:spAutoFit/>
            </a:bodyPr>
            <a:lstStyle/>
            <a:p>
              <a:pPr algn="l">
                <a:defRPr/>
              </a:pPr>
              <a:r>
                <a:rPr lang="zh-CN" sz="1200">
                  <a:solidFill>
                    <a:srgbClr val="A0A0AB"/>
                  </a:solidFill>
                  <a:latin typeface="Arial"/>
                  <a:ea typeface="Microsoft YaHei"/>
                  <a:cs typeface="Arial"/>
                </a:rPr>
                <a:t>Primary color verification and geometric aspect ratio check.</a:t>
              </a:r>
              <a:endParaRPr/>
            </a:p>
          </p:txBody>
        </p:sp>
      </p:grpSp>
      <p:grpSp>
        <p:nvGrpSpPr>
          <p:cNvPr id="1849642880" name="Group 22"/>
          <p:cNvGrpSpPr/>
          <p:nvPr/>
        </p:nvGrpSpPr>
        <p:grpSpPr bwMode="auto">
          <a:xfrm>
            <a:off x="571500" y="1905000"/>
            <a:ext cx="7048500" cy="3619500"/>
            <a:chOff x="571500" y="1905000"/>
            <a:chExt cx="7048500" cy="3619500"/>
          </a:xfrm>
        </p:grpSpPr>
        <p:sp>
          <p:nvSpPr>
            <p:cNvPr id="9" name="Rectangle 9"/>
            <p:cNvSpPr/>
            <p:nvPr/>
          </p:nvSpPr>
          <p:spPr bwMode="auto">
            <a:xfrm>
              <a:off x="571500" y="1905000"/>
              <a:ext cx="7048500" cy="3619500"/>
            </a:xfrm>
            <a:prstGeom prst="roundRect">
              <a:avLst>
                <a:gd name="adj" fmla="val 2105"/>
              </a:avLst>
            </a:prstGeom>
            <a:solidFill>
              <a:srgbClr val="1C1C1F"/>
            </a:solidFill>
            <a:ln w="14288">
              <a:solidFill>
                <a:srgbClr val="2E2E33"/>
              </a:solidFill>
            </a:ln>
          </p:spPr>
        </p:sp>
        <p:grpSp>
          <p:nvGrpSpPr>
            <p:cNvPr id="13" name="Group 13"/>
            <p:cNvGrpSpPr/>
            <p:nvPr/>
          </p:nvGrpSpPr>
          <p:grpSpPr bwMode="auto">
            <a:xfrm>
              <a:off x="1524000" y="2952750"/>
              <a:ext cx="1524000" cy="1847850"/>
              <a:chOff x="1524000" y="2952750"/>
              <a:chExt cx="1524000" cy="1847850"/>
            </a:xfrm>
          </p:grpSpPr>
          <p:sp>
            <p:nvSpPr>
              <p:cNvPr id="10" name="Ellipse 10"/>
              <p:cNvSpPr/>
              <p:nvPr/>
            </p:nvSpPr>
            <p:spPr bwMode="auto">
              <a:xfrm>
                <a:off x="1524000" y="2952750"/>
                <a:ext cx="1524000" cy="1524000"/>
              </a:xfrm>
              <a:prstGeom prst="ellipse">
                <a:avLst/>
              </a:prstGeom>
              <a:noFill/>
              <a:ln w="28575">
                <a:solidFill>
                  <a:srgbClr val="FF3333"/>
                </a:solidFill>
              </a:ln>
            </p:spPr>
          </p:sp>
          <p:sp>
            <p:nvSpPr>
              <p:cNvPr id="11" name="TextBox 11"/>
              <p:cNvSpPr txBox="1"/>
              <p:nvPr/>
            </p:nvSpPr>
            <p:spPr bwMode="auto">
              <a:xfrm>
                <a:off x="1880111" y="3632835"/>
                <a:ext cx="811778" cy="243840"/>
              </a:xfrm>
              <a:prstGeom prst="rect">
                <a:avLst/>
              </a:prstGeom>
              <a:noFill/>
              <a:ln>
                <a:noFill/>
              </a:ln>
            </p:spPr>
            <p:txBody>
              <a:bodyPr wrap="none" lIns="0" tIns="0" rIns="0" bIns="0" anchor="t" anchorCtr="0">
                <a:spAutoFit/>
              </a:bodyPr>
              <a:lstStyle/>
              <a:p>
                <a:pPr algn="ctr">
                  <a:defRPr/>
                </a:pPr>
                <a:r>
                  <a:rPr lang="zh-CN" sz="1200" b="1">
                    <a:solidFill>
                      <a:srgbClr val="FF3333"/>
                    </a:solidFill>
                    <a:latin typeface="Arial"/>
                    <a:ea typeface="Microsoft YaHei"/>
                    <a:cs typeface="Arial"/>
                  </a:rPr>
                  <a:t>My Genius</a:t>
                </a:r>
                <a:endParaRPr/>
              </a:p>
            </p:txBody>
          </p:sp>
          <p:sp>
            <p:nvSpPr>
              <p:cNvPr id="12" name="TextBox 12"/>
              <p:cNvSpPr txBox="1"/>
              <p:nvPr/>
            </p:nvSpPr>
            <p:spPr bwMode="auto">
              <a:xfrm>
                <a:off x="1725501" y="4617720"/>
                <a:ext cx="1120997" cy="182880"/>
              </a:xfrm>
              <a:prstGeom prst="rect">
                <a:avLst/>
              </a:prstGeom>
              <a:noFill/>
              <a:ln>
                <a:noFill/>
              </a:ln>
            </p:spPr>
            <p:txBody>
              <a:bodyPr wrap="none" lIns="0" tIns="0" rIns="0" bIns="0" anchor="t" anchorCtr="0">
                <a:spAutoFit/>
              </a:bodyPr>
              <a:lstStyle/>
              <a:p>
                <a:pPr algn="ctr">
                  <a:defRPr/>
                </a:pPr>
                <a:r>
                  <a:rPr lang="zh-CN" sz="900">
                    <a:solidFill>
                      <a:srgbClr val="71717A"/>
                    </a:solidFill>
                    <a:latin typeface="Consolas"/>
                    <a:ea typeface="Microsoft YaHei"/>
                    <a:cs typeface="Consolas"/>
                  </a:rPr>
                  <a:t>CHANNEL // A (RED)</a:t>
                </a:r>
                <a:endParaRPr/>
              </a:p>
            </p:txBody>
          </p:sp>
        </p:grpSp>
        <p:grpSp>
          <p:nvGrpSpPr>
            <p:cNvPr id="17" name="Group 17"/>
            <p:cNvGrpSpPr/>
            <p:nvPr/>
          </p:nvGrpSpPr>
          <p:grpSpPr bwMode="auto">
            <a:xfrm>
              <a:off x="3333750" y="2952750"/>
              <a:ext cx="1524000" cy="1847850"/>
              <a:chOff x="3333750" y="2952750"/>
              <a:chExt cx="1524000" cy="1847850"/>
            </a:xfrm>
          </p:grpSpPr>
          <p:sp>
            <p:nvSpPr>
              <p:cNvPr id="14" name="Ellipse 14"/>
              <p:cNvSpPr/>
              <p:nvPr/>
            </p:nvSpPr>
            <p:spPr bwMode="auto">
              <a:xfrm>
                <a:off x="3333750" y="2952750"/>
                <a:ext cx="1524000" cy="1524000"/>
              </a:xfrm>
              <a:prstGeom prst="ellipse">
                <a:avLst/>
              </a:prstGeom>
              <a:noFill/>
              <a:ln w="28575">
                <a:solidFill>
                  <a:srgbClr val="00E5FF"/>
                </a:solidFill>
              </a:ln>
            </p:spPr>
          </p:sp>
          <p:sp>
            <p:nvSpPr>
              <p:cNvPr id="15" name="TextBox 15"/>
              <p:cNvSpPr txBox="1"/>
              <p:nvPr/>
            </p:nvSpPr>
            <p:spPr bwMode="auto">
              <a:xfrm>
                <a:off x="3610051" y="3632835"/>
                <a:ext cx="971398" cy="243840"/>
              </a:xfrm>
              <a:prstGeom prst="rect">
                <a:avLst/>
              </a:prstGeom>
              <a:noFill/>
              <a:ln>
                <a:noFill/>
              </a:ln>
            </p:spPr>
            <p:txBody>
              <a:bodyPr wrap="none" lIns="0" tIns="0" rIns="0" bIns="0" anchor="t" anchorCtr="0">
                <a:spAutoFit/>
              </a:bodyPr>
              <a:lstStyle/>
              <a:p>
                <a:pPr algn="ctr">
                  <a:defRPr/>
                </a:pPr>
                <a:r>
                  <a:rPr lang="zh-CN" sz="1200" b="1">
                    <a:solidFill>
                      <a:srgbClr val="00E5FF"/>
                    </a:solidFill>
                    <a:latin typeface="Arial"/>
                    <a:ea typeface="Microsoft YaHei"/>
                    <a:cs typeface="Arial"/>
                  </a:rPr>
                  <a:t>Things I Say</a:t>
                </a:r>
                <a:endParaRPr/>
              </a:p>
            </p:txBody>
          </p:sp>
          <p:sp>
            <p:nvSpPr>
              <p:cNvPr id="16" name="TextBox 16"/>
              <p:cNvSpPr txBox="1"/>
              <p:nvPr/>
            </p:nvSpPr>
            <p:spPr bwMode="auto">
              <a:xfrm>
                <a:off x="3502247" y="4617720"/>
                <a:ext cx="1187005" cy="182880"/>
              </a:xfrm>
              <a:prstGeom prst="rect">
                <a:avLst/>
              </a:prstGeom>
              <a:noFill/>
              <a:ln>
                <a:noFill/>
              </a:ln>
            </p:spPr>
            <p:txBody>
              <a:bodyPr wrap="none" lIns="0" tIns="0" rIns="0" bIns="0" anchor="t" anchorCtr="0">
                <a:spAutoFit/>
              </a:bodyPr>
              <a:lstStyle/>
              <a:p>
                <a:pPr algn="ctr">
                  <a:defRPr/>
                </a:pPr>
                <a:r>
                  <a:rPr lang="zh-CN" sz="900">
                    <a:solidFill>
                      <a:srgbClr val="71717A"/>
                    </a:solidFill>
                    <a:latin typeface="Consolas"/>
                    <a:ea typeface="Microsoft YaHei"/>
                    <a:cs typeface="Consolas"/>
                  </a:rPr>
                  <a:t>CHANNEL // B (BLUE)</a:t>
                </a:r>
                <a:endParaRPr/>
              </a:p>
            </p:txBody>
          </p:sp>
        </p:grpSp>
        <p:grpSp>
          <p:nvGrpSpPr>
            <p:cNvPr id="21" name="Group 21"/>
            <p:cNvGrpSpPr/>
            <p:nvPr/>
          </p:nvGrpSpPr>
          <p:grpSpPr bwMode="auto">
            <a:xfrm>
              <a:off x="5143500" y="2952750"/>
              <a:ext cx="1524000" cy="1847850"/>
              <a:chOff x="5143500" y="2952750"/>
              <a:chExt cx="1524000" cy="1847850"/>
            </a:xfrm>
          </p:grpSpPr>
          <p:sp>
            <p:nvSpPr>
              <p:cNvPr id="18" name="Ellipse 18"/>
              <p:cNvSpPr/>
              <p:nvPr/>
            </p:nvSpPr>
            <p:spPr bwMode="auto">
              <a:xfrm>
                <a:off x="5143500" y="2952750"/>
                <a:ext cx="1524000" cy="1524000"/>
              </a:xfrm>
              <a:prstGeom prst="ellipse">
                <a:avLst/>
              </a:prstGeom>
              <a:noFill/>
              <a:ln w="28575">
                <a:solidFill>
                  <a:srgbClr val="FF6600"/>
                </a:solidFill>
              </a:ln>
            </p:spPr>
          </p:sp>
          <p:sp>
            <p:nvSpPr>
              <p:cNvPr id="19" name="TextBox 19"/>
              <p:cNvSpPr txBox="1"/>
              <p:nvPr/>
            </p:nvSpPr>
            <p:spPr bwMode="auto">
              <a:xfrm>
                <a:off x="5186476" y="3649028"/>
                <a:ext cx="1438046" cy="213360"/>
              </a:xfrm>
              <a:prstGeom prst="rect">
                <a:avLst/>
              </a:prstGeom>
              <a:noFill/>
              <a:ln>
                <a:noFill/>
              </a:ln>
            </p:spPr>
            <p:txBody>
              <a:bodyPr wrap="none" lIns="0" tIns="0" rIns="0" bIns="0" anchor="t" anchorCtr="0">
                <a:spAutoFit/>
              </a:bodyPr>
              <a:lstStyle/>
              <a:p>
                <a:pPr algn="ctr">
                  <a:defRPr/>
                </a:pPr>
                <a:r>
                  <a:rPr lang="zh-CN" sz="1050" b="1">
                    <a:solidFill>
                      <a:srgbClr val="FF6600"/>
                    </a:solidFill>
                    <a:latin typeface="Arial"/>
                    <a:ea typeface="Microsoft YaHei"/>
                    <a:cs typeface="Arial"/>
                  </a:rPr>
                  <a:t>Your Comprehension</a:t>
                </a:r>
                <a:endParaRPr/>
              </a:p>
            </p:txBody>
          </p:sp>
          <p:sp>
            <p:nvSpPr>
              <p:cNvPr id="20" name="TextBox 20"/>
              <p:cNvSpPr txBox="1"/>
              <p:nvPr/>
            </p:nvSpPr>
            <p:spPr bwMode="auto">
              <a:xfrm>
                <a:off x="5233988" y="4617720"/>
                <a:ext cx="1343025" cy="182880"/>
              </a:xfrm>
              <a:prstGeom prst="rect">
                <a:avLst/>
              </a:prstGeom>
              <a:noFill/>
              <a:ln>
                <a:noFill/>
              </a:ln>
            </p:spPr>
            <p:txBody>
              <a:bodyPr wrap="none" lIns="0" tIns="0" rIns="0" bIns="0" anchor="t" anchorCtr="0">
                <a:spAutoFit/>
              </a:bodyPr>
              <a:lstStyle/>
              <a:p>
                <a:pPr algn="ctr">
                  <a:defRPr/>
                </a:pPr>
                <a:r>
                  <a:rPr lang="zh-CN" sz="900">
                    <a:solidFill>
                      <a:srgbClr val="71717A"/>
                    </a:solidFill>
                    <a:latin typeface="Consolas"/>
                    <a:ea typeface="Microsoft YaHei"/>
                    <a:cs typeface="Consolas"/>
                  </a:rPr>
                  <a:t>CHANNEL // C (ORANGE)</a:t>
                </a:r>
                <a:endParaRPr/>
              </a:p>
            </p:txBody>
          </p:sp>
        </p:grpSp>
      </p:grpSp>
      <p:grpSp>
        <p:nvGrpSpPr>
          <p:cNvPr id="1877927679" name="Group 30"/>
          <p:cNvGrpSpPr/>
          <p:nvPr/>
        </p:nvGrpSpPr>
        <p:grpSpPr bwMode="auto">
          <a:xfrm>
            <a:off x="7905750" y="1905000"/>
            <a:ext cx="4385310" cy="3619500"/>
            <a:chOff x="7905750" y="1905000"/>
            <a:chExt cx="4385310" cy="3619500"/>
          </a:xfrm>
        </p:grpSpPr>
        <p:sp>
          <p:nvSpPr>
            <p:cNvPr id="23" name="Rectangle 23"/>
            <p:cNvSpPr/>
            <p:nvPr/>
          </p:nvSpPr>
          <p:spPr bwMode="auto">
            <a:xfrm>
              <a:off x="7905750" y="1905000"/>
              <a:ext cx="3714750" cy="3619500"/>
            </a:xfrm>
            <a:prstGeom prst="roundRect">
              <a:avLst>
                <a:gd name="adj" fmla="val 2105"/>
              </a:avLst>
            </a:prstGeom>
            <a:solidFill>
              <a:srgbClr val="1C1C1F"/>
            </a:solidFill>
            <a:ln w="14288">
              <a:solidFill>
                <a:srgbClr val="2E2E33"/>
              </a:solidFill>
            </a:ln>
          </p:spPr>
        </p:sp>
        <p:sp>
          <p:nvSpPr>
            <p:cNvPr id="24" name="TextBox 24"/>
            <p:cNvSpPr txBox="1"/>
            <p:nvPr/>
          </p:nvSpPr>
          <p:spPr bwMode="auto">
            <a:xfrm>
              <a:off x="8180070" y="2188845"/>
              <a:ext cx="1433036" cy="182880"/>
            </a:xfrm>
            <a:prstGeom prst="rect">
              <a:avLst/>
            </a:prstGeom>
            <a:noFill/>
            <a:ln>
              <a:noFill/>
            </a:ln>
          </p:spPr>
          <p:txBody>
            <a:bodyPr wrap="none" lIns="0" tIns="0" rIns="0" bIns="0" anchor="t" anchorCtr="0">
              <a:spAutoFit/>
            </a:bodyPr>
            <a:lstStyle/>
            <a:p>
              <a:pPr algn="l">
                <a:defRPr/>
              </a:pPr>
              <a:r>
                <a:rPr lang="zh-CN" sz="900">
                  <a:solidFill>
                    <a:srgbClr val="71717A"/>
                  </a:solidFill>
                  <a:latin typeface="Consolas"/>
                  <a:ea typeface="Microsoft YaHei"/>
                  <a:cs typeface="Consolas"/>
                </a:rPr>
                <a:t>VECTORS // CALCULATION</a:t>
              </a:r>
              <a:endParaRPr/>
            </a:p>
          </p:txBody>
        </p:sp>
        <p:sp>
          <p:nvSpPr>
            <p:cNvPr id="25" name="TextBox 25"/>
            <p:cNvSpPr txBox="1"/>
            <p:nvPr/>
          </p:nvSpPr>
          <p:spPr bwMode="auto">
            <a:xfrm>
              <a:off x="8168640" y="2472690"/>
              <a:ext cx="2200589" cy="365760"/>
            </a:xfrm>
            <a:prstGeom prst="rect">
              <a:avLst/>
            </a:prstGeom>
            <a:noFill/>
            <a:ln>
              <a:noFill/>
            </a:ln>
          </p:spPr>
          <p:txBody>
            <a:bodyPr wrap="none" lIns="0" tIns="0" rIns="0" bIns="0" anchor="t" anchorCtr="0">
              <a:spAutoFit/>
            </a:bodyPr>
            <a:lstStyle/>
            <a:p>
              <a:pPr algn="l">
                <a:defRPr/>
              </a:pPr>
              <a:r>
                <a:rPr lang="zh-CN" sz="1800" b="1">
                  <a:solidFill>
                    <a:srgbClr val="FFFFFF"/>
                  </a:solidFill>
                  <a:latin typeface="Arial"/>
                  <a:ea typeface="Microsoft YaHei"/>
                  <a:cs typeface="Arial"/>
                </a:rPr>
                <a:t>Overlap Rationale</a:t>
              </a:r>
              <a:endParaRPr/>
            </a:p>
          </p:txBody>
        </p:sp>
        <p:sp>
          <p:nvSpPr>
            <p:cNvPr id="26" name="Line 26"/>
            <p:cNvSpPr/>
            <p:nvPr/>
          </p:nvSpPr>
          <p:spPr bwMode="auto">
            <a:xfrm>
              <a:off x="8191500" y="2905125"/>
              <a:ext cx="3143250" cy="9525"/>
            </a:xfrm>
            <a:custGeom>
              <a:avLst/>
              <a:gdLst/>
              <a:ahLst/>
              <a:cxnLst/>
              <a:rect l="l" t="t" r="r" b="b"/>
              <a:pathLst>
                <a:path w="3143250" h="9525" fill="norm" stroke="1" extrusionOk="0">
                  <a:moveTo>
                    <a:pt x="0" y="0"/>
                  </a:moveTo>
                  <a:lnTo>
                    <a:pt x="3143250" y="0"/>
                  </a:lnTo>
                </a:path>
              </a:pathLst>
            </a:custGeom>
            <a:noFill/>
            <a:ln w="9525">
              <a:solidFill>
                <a:srgbClr val="2E2E33"/>
              </a:solidFill>
            </a:ln>
          </p:spPr>
        </p:sp>
        <p:sp>
          <p:nvSpPr>
            <p:cNvPr id="27" name="TextBox 27"/>
            <p:cNvSpPr txBox="1"/>
            <p:nvPr/>
          </p:nvSpPr>
          <p:spPr bwMode="auto">
            <a:xfrm>
              <a:off x="8176260" y="3108960"/>
              <a:ext cx="4114800" cy="815340"/>
            </a:xfrm>
            <a:prstGeom prst="rect">
              <a:avLst/>
            </a:prstGeom>
            <a:noFill/>
            <a:ln>
              <a:noFill/>
            </a:ln>
          </p:spPr>
          <p:txBody>
            <a:bodyPr wrap="square" lIns="0" tIns="0" rIns="0" bIns="0" anchor="t" anchorCtr="0"/>
            <a:lstStyle/>
            <a:p>
              <a:pPr algn="l">
                <a:lnSpc>
                  <a:spcPts val="2250"/>
                </a:lnSpc>
                <a:defRPr/>
              </a:pPr>
              <a:r>
                <a:rPr lang="zh-CN" sz="1200">
                  <a:solidFill>
                    <a:srgbClr val="A0A0AB"/>
                  </a:solidFill>
                  <a:latin typeface="Arial"/>
                  <a:ea typeface="Microsoft YaHei"/>
                  <a:cs typeface="Arial"/>
                </a:rPr>
                <a:t>• Outer circumference aspect ratio: </a:t>
              </a:r>
              <a:endParaRPr lang="zh-CN" sz="1200">
                <a:solidFill>
                  <a:srgbClr val="A0A0AB"/>
                </a:solidFill>
                <a:latin typeface="Arial"/>
                <a:ea typeface="Microsoft YaHei"/>
                <a:cs typeface="Arial"/>
              </a:endParaRPr>
            </a:p>
            <a:p>
              <a:pPr algn="l">
                <a:lnSpc>
                  <a:spcPts val="2249"/>
                </a:lnSpc>
                <a:defRPr/>
              </a:pPr>
              <a:r>
                <a:rPr lang="zh-CN" sz="1200">
                  <a:solidFill>
                    <a:srgbClr val="A0A0AB"/>
                  </a:solidFill>
                  <a:latin typeface="Arial"/>
                  <a:ea typeface="Microsoft YaHei"/>
                  <a:cs typeface="Arial"/>
                </a:rPr>
                <a:t>1.0 (True Circle) </a:t>
              </a:r>
              <a:r>
                <a:rPr lang="zh-CN" sz="1200">
                  <a:solidFill>
                    <a:srgbClr val="A0A0AB"/>
                  </a:solidFill>
                  <a:latin typeface="Arial"/>
                  <a:ea typeface="Microsoft YaHei"/>
                  <a:cs typeface="Arial"/>
                </a:rPr>
                <a:t>• Intersection calculation: Null set </a:t>
              </a:r>
              <a:endParaRPr lang="zh-CN" sz="1200">
                <a:solidFill>
                  <a:srgbClr val="A0A0AB"/>
                </a:solidFill>
                <a:latin typeface="Arial"/>
                <a:ea typeface="Microsoft YaHei"/>
                <a:cs typeface="Arial"/>
              </a:endParaRPr>
            </a:p>
            <a:p>
              <a:pPr algn="l">
                <a:lnSpc>
                  <a:spcPts val="2249"/>
                </a:lnSpc>
                <a:defRPr/>
              </a:pPr>
              <a:r>
                <a:rPr lang="zh-CN" sz="1200">
                  <a:solidFill>
                    <a:srgbClr val="A0A0AB"/>
                  </a:solidFill>
                  <a:latin typeface="Arial"/>
                  <a:ea typeface="Microsoft YaHei"/>
                  <a:cs typeface="Arial"/>
                </a:rPr>
                <a:t>• Overlap: Zero regions detected</a:t>
              </a:r>
              <a:endParaRPr/>
            </a:p>
          </p:txBody>
        </p:sp>
        <p:sp>
          <p:nvSpPr>
            <p:cNvPr id="28" name="Rectangle 28"/>
            <p:cNvSpPr/>
            <p:nvPr/>
          </p:nvSpPr>
          <p:spPr bwMode="auto">
            <a:xfrm>
              <a:off x="8191500" y="4286250"/>
              <a:ext cx="3143250" cy="857250"/>
            </a:xfrm>
            <a:prstGeom prst="roundRect">
              <a:avLst>
                <a:gd name="adj" fmla="val 4444"/>
              </a:avLst>
            </a:prstGeom>
            <a:solidFill>
              <a:srgbClr val="121214"/>
            </a:solidFill>
            <a:ln w="9525">
              <a:solidFill>
                <a:srgbClr val="2E2E33"/>
              </a:solidFill>
            </a:ln>
          </p:spPr>
        </p:sp>
        <p:sp>
          <p:nvSpPr>
            <p:cNvPr id="29" name="TextBox 29"/>
            <p:cNvSpPr txBox="1"/>
            <p:nvPr/>
          </p:nvSpPr>
          <p:spPr bwMode="auto">
            <a:xfrm>
              <a:off x="8319135" y="4537710"/>
              <a:ext cx="2872740" cy="481965"/>
            </a:xfrm>
            <a:prstGeom prst="rect">
              <a:avLst/>
            </a:prstGeom>
            <a:noFill/>
            <a:ln>
              <a:noFill/>
            </a:ln>
          </p:spPr>
          <p:txBody>
            <a:bodyPr wrap="square" lIns="0" tIns="0" rIns="0" bIns="0" anchor="t" anchorCtr="0"/>
            <a:lstStyle/>
            <a:p>
              <a:pPr algn="l">
                <a:lnSpc>
                  <a:spcPts val="1875"/>
                </a:lnSpc>
                <a:defRPr/>
              </a:pPr>
              <a:r>
                <a:rPr lang="zh-CN" sz="1200">
                  <a:solidFill>
                    <a:srgbClr val="FFFFFF"/>
                  </a:solidFill>
                  <a:latin typeface="Arial"/>
                  <a:ea typeface="Microsoft YaHei"/>
                  <a:cs typeface="Arial"/>
                </a:rPr>
                <a:t>Note: Zero overlapping regions. </a:t>
              </a:r>
              <a:r>
                <a:rPr lang="zh-CN" sz="1050">
                  <a:solidFill>
                    <a:srgbClr val="A0A0AB"/>
                  </a:solidFill>
                  <a:latin typeface="Arial"/>
                  <a:ea typeface="Microsoft YaHei"/>
                  <a:cs typeface="Arial"/>
                </a:rPr>
                <a:t>Mathematically optimized for realism.</a:t>
              </a:r>
              <a:endParaRPr/>
            </a:p>
          </p:txBody>
        </p:sp>
      </p:grpSp>
      <p:grpSp>
        <p:nvGrpSpPr>
          <p:cNvPr id="192939020" name="Group 34"/>
          <p:cNvGrpSpPr/>
          <p:nvPr/>
        </p:nvGrpSpPr>
        <p:grpSpPr bwMode="auto">
          <a:xfrm>
            <a:off x="560070" y="6238875"/>
            <a:ext cx="11071860" cy="323850"/>
            <a:chOff x="560070" y="6238875"/>
            <a:chExt cx="11071860" cy="323850"/>
          </a:xfrm>
        </p:grpSpPr>
        <p:sp>
          <p:nvSpPr>
            <p:cNvPr id="31" name="Line 31"/>
            <p:cNvSpPr/>
            <p:nvPr/>
          </p:nvSpPr>
          <p:spPr bwMode="auto">
            <a:xfrm>
              <a:off x="571500" y="6238875"/>
              <a:ext cx="11049000" cy="9525"/>
            </a:xfrm>
            <a:custGeom>
              <a:avLst/>
              <a:gdLst/>
              <a:ahLst/>
              <a:cxnLst/>
              <a:rect l="l" t="t" r="r" b="b"/>
              <a:pathLst>
                <a:path w="11049000" h="9525" fill="norm" stroke="1" extrusionOk="0">
                  <a:moveTo>
                    <a:pt x="0" y="0"/>
                  </a:moveTo>
                  <a:lnTo>
                    <a:pt x="11049000" y="0"/>
                  </a:lnTo>
                </a:path>
              </a:pathLst>
            </a:custGeom>
            <a:noFill/>
            <a:ln w="14288">
              <a:solidFill>
                <a:srgbClr val="2E2E33"/>
              </a:solidFill>
            </a:ln>
          </p:spPr>
        </p:sp>
        <p:sp>
          <p:nvSpPr>
            <p:cNvPr id="32" name="TextBox 32"/>
            <p:cNvSpPr txBox="1"/>
            <p:nvPr/>
          </p:nvSpPr>
          <p:spPr bwMode="auto">
            <a:xfrm>
              <a:off x="560070" y="6379845"/>
              <a:ext cx="2825210" cy="182880"/>
            </a:xfrm>
            <a:prstGeom prst="rect">
              <a:avLst/>
            </a:prstGeom>
            <a:noFill/>
            <a:ln>
              <a:noFill/>
            </a:ln>
          </p:spPr>
          <p:txBody>
            <a:bodyPr wrap="none" lIns="0" tIns="0" rIns="0" bIns="0" anchor="t" anchorCtr="0">
              <a:spAutoFit/>
            </a:bodyPr>
            <a:lstStyle/>
            <a:p>
              <a:pPr algn="l">
                <a:defRPr/>
              </a:pPr>
              <a:r>
                <a:rPr lang="zh-CN" sz="900">
                  <a:solidFill>
                    <a:srgbClr val="71717A"/>
                  </a:solidFill>
                  <a:latin typeface="Consolas"/>
                  <a:ea typeface="Microsoft YaHei"/>
                  <a:cs typeface="Consolas"/>
                </a:rPr>
                <a:t>GEOMETRY_CHECK: CIRCLES_VERIFIED_AS_CIRCULAR</a:t>
              </a:r>
              <a:endParaRPr/>
            </a:p>
          </p:txBody>
        </p:sp>
        <p:sp>
          <p:nvSpPr>
            <p:cNvPr id="33" name="TextBox 33"/>
            <p:cNvSpPr txBox="1"/>
            <p:nvPr/>
          </p:nvSpPr>
          <p:spPr bwMode="auto">
            <a:xfrm>
              <a:off x="10810970" y="6379845"/>
              <a:ext cx="820960" cy="182880"/>
            </a:xfrm>
            <a:prstGeom prst="rect">
              <a:avLst/>
            </a:prstGeom>
            <a:noFill/>
            <a:ln>
              <a:noFill/>
            </a:ln>
          </p:spPr>
          <p:txBody>
            <a:bodyPr wrap="none" lIns="0" tIns="0" rIns="0" bIns="0" anchor="t" anchorCtr="0">
              <a:spAutoFit/>
            </a:bodyPr>
            <a:lstStyle/>
            <a:p>
              <a:pPr algn="r">
                <a:defRPr/>
              </a:pPr>
              <a:r>
                <a:rPr lang="zh-CN" sz="900">
                  <a:solidFill>
                    <a:srgbClr val="71717A"/>
                  </a:solidFill>
                  <a:latin typeface="Consolas"/>
                  <a:ea typeface="Microsoft YaHei"/>
                  <a:cs typeface="Consolas"/>
                </a:rPr>
                <a:t>PAGE_05 // 13</a:t>
              </a:r>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400" advClick="1">
        <p:fade thruBlk="0"/>
      </p:transition>
    </mc:Choice>
    <mc:Fallback>
      <p:transition spd="fast" advClick="1">
        <p:fade thruBlk="0"/>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20865961"/>
                                        </p:tgtEl>
                                        <p:attrNameLst>
                                          <p:attrName>style.visibility</p:attrName>
                                        </p:attrNameLst>
                                      </p:cBhvr>
                                      <p:to>
                                        <p:strVal val="visible"/>
                                      </p:to>
                                    </p:set>
                                    <p:animEffect transition="in" filter="fade">
                                      <p:cBhvr>
                                        <p:cTn id="7" dur="400"/>
                                        <p:tgtEl>
                                          <p:spTgt spid="920865961"/>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1849642880"/>
                                        </p:tgtEl>
                                        <p:attrNameLst>
                                          <p:attrName>style.visibility</p:attrName>
                                        </p:attrNameLst>
                                      </p:cBhvr>
                                      <p:to>
                                        <p:strVal val="visible"/>
                                      </p:to>
                                    </p:set>
                                    <p:animEffect transition="in" filter="slide(fromBottom)">
                                      <p:cBhvr>
                                        <p:cTn id="11" dur="400"/>
                                        <p:tgtEl>
                                          <p:spTgt spid="1849642880"/>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1877927679"/>
                                        </p:tgtEl>
                                        <p:attrNameLst>
                                          <p:attrName>style.visibility</p:attrName>
                                        </p:attrNameLst>
                                      </p:cBhvr>
                                      <p:to>
                                        <p:strVal val="visible"/>
                                      </p:to>
                                    </p:set>
                                    <p:animEffect transition="in" filter="image">
                                      <p:cBhvr>
                                        <p:cTn id="15" dur="400"/>
                                        <p:tgtEl>
                                          <p:spTgt spid="18779276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0865961" grpId="0"/>
      <p:bldP spid="1849642880" grpId="0"/>
      <p:bldP spid="1877927679" grpId="0"/>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6502697" name="Rectangle 2"/>
          <p:cNvSpPr/>
          <p:nvPr/>
        </p:nvSpPr>
        <p:spPr bwMode="auto">
          <a:xfrm>
            <a:off x="0" y="0"/>
            <a:ext cx="12192000" cy="6858000"/>
          </a:xfrm>
          <a:prstGeom prst="rect">
            <a:avLst/>
          </a:prstGeom>
          <a:pattFill prst="lgGrid">
            <a:fgClr>
              <a:srgbClr val="242428"/>
            </a:fgClr>
            <a:bgClr>
              <a:srgbClr val="121214"/>
            </a:bgClr>
          </a:pattFill>
          <a:ln>
            <a:noFill/>
          </a:ln>
        </p:spPr>
      </p:sp>
      <p:grpSp>
        <p:nvGrpSpPr>
          <p:cNvPr id="1597143672" name="Group 5"/>
          <p:cNvGrpSpPr/>
          <p:nvPr/>
        </p:nvGrpSpPr>
        <p:grpSpPr bwMode="auto">
          <a:xfrm>
            <a:off x="560070" y="379095"/>
            <a:ext cx="11060430" cy="249555"/>
            <a:chOff x="560070" y="379095"/>
            <a:chExt cx="11060430" cy="249555"/>
          </a:xfrm>
        </p:grpSpPr>
        <p:sp>
          <p:nvSpPr>
            <p:cNvPr id="3" name="TextBox 3"/>
            <p:cNvSpPr txBox="1"/>
            <p:nvPr/>
          </p:nvSpPr>
          <p:spPr bwMode="auto">
            <a:xfrm>
              <a:off x="560070" y="379095"/>
              <a:ext cx="1709071" cy="182880"/>
            </a:xfrm>
            <a:prstGeom prst="rect">
              <a:avLst/>
            </a:prstGeom>
            <a:noFill/>
            <a:ln>
              <a:noFill/>
            </a:ln>
          </p:spPr>
          <p:txBody>
            <a:bodyPr wrap="none" lIns="0" tIns="0" rIns="0" bIns="0" anchor="t" anchorCtr="0">
              <a:spAutoFit/>
            </a:bodyPr>
            <a:lstStyle/>
            <a:p>
              <a:pPr algn="l">
                <a:defRPr/>
              </a:pPr>
              <a:r>
                <a:rPr lang="zh-CN" sz="900">
                  <a:solidFill>
                    <a:srgbClr val="71717A"/>
                  </a:solidFill>
                  <a:latin typeface="Consolas"/>
                  <a:ea typeface="Microsoft YaHei"/>
                  <a:cs typeface="Consolas"/>
                </a:rPr>
                <a:t>SYS.INTERACTION_TEST // P06</a:t>
              </a:r>
              <a:endParaRPr/>
            </a:p>
          </p:txBody>
        </p:sp>
        <p:sp>
          <p:nvSpPr>
            <p:cNvPr id="4" name="Line 4"/>
            <p:cNvSpPr/>
            <p:nvPr/>
          </p:nvSpPr>
          <p:spPr bwMode="auto">
            <a:xfrm>
              <a:off x="571500" y="619125"/>
              <a:ext cx="11049000" cy="9525"/>
            </a:xfrm>
            <a:custGeom>
              <a:avLst/>
              <a:gdLst/>
              <a:ahLst/>
              <a:cxnLst/>
              <a:rect l="l" t="t" r="r" b="b"/>
              <a:pathLst>
                <a:path w="11049000" h="9525" fill="norm" stroke="1" extrusionOk="0">
                  <a:moveTo>
                    <a:pt x="0" y="0"/>
                  </a:moveTo>
                  <a:lnTo>
                    <a:pt x="11049000" y="0"/>
                  </a:lnTo>
                </a:path>
              </a:pathLst>
            </a:custGeom>
            <a:noFill/>
            <a:ln w="14288">
              <a:solidFill>
                <a:srgbClr val="2E2E33"/>
              </a:solidFill>
            </a:ln>
          </p:spPr>
        </p:sp>
      </p:grpSp>
      <p:grpSp>
        <p:nvGrpSpPr>
          <p:cNvPr id="2105469089" name="Group 8"/>
          <p:cNvGrpSpPr/>
          <p:nvPr/>
        </p:nvGrpSpPr>
        <p:grpSpPr bwMode="auto">
          <a:xfrm>
            <a:off x="1629106" y="1743075"/>
            <a:ext cx="8933788" cy="990600"/>
            <a:chOff x="1629106" y="1743075"/>
            <a:chExt cx="8933788" cy="990600"/>
          </a:xfrm>
        </p:grpSpPr>
        <p:sp>
          <p:nvSpPr>
            <p:cNvPr id="6" name="TextBox 6"/>
            <p:cNvSpPr txBox="1"/>
            <p:nvPr/>
          </p:nvSpPr>
          <p:spPr bwMode="auto">
            <a:xfrm>
              <a:off x="4511754" y="1743075"/>
              <a:ext cx="3168491" cy="304800"/>
            </a:xfrm>
            <a:prstGeom prst="rect">
              <a:avLst/>
            </a:prstGeom>
            <a:noFill/>
            <a:ln>
              <a:noFill/>
            </a:ln>
          </p:spPr>
          <p:txBody>
            <a:bodyPr wrap="none" lIns="0" tIns="0" rIns="0" bIns="0" anchor="t" anchorCtr="0">
              <a:spAutoFit/>
            </a:bodyPr>
            <a:lstStyle/>
            <a:p>
              <a:pPr algn="ctr">
                <a:defRPr/>
              </a:pPr>
              <a:r>
                <a:rPr lang="zh-CN" sz="1500">
                  <a:solidFill>
                    <a:srgbClr val="00E5FF"/>
                  </a:solidFill>
                  <a:latin typeface="Arial"/>
                  <a:ea typeface="Microsoft YaHei"/>
                  <a:cs typeface="Arial"/>
                </a:rPr>
                <a:t>INTERACTIVE ENGAGEMENT SESSION</a:t>
              </a:r>
              <a:endParaRPr/>
            </a:p>
          </p:txBody>
        </p:sp>
        <p:sp>
          <p:nvSpPr>
            <p:cNvPr id="7" name="TextBox 7"/>
            <p:cNvSpPr txBox="1"/>
            <p:nvPr/>
          </p:nvSpPr>
          <p:spPr bwMode="auto">
            <a:xfrm>
              <a:off x="1629106" y="2185035"/>
              <a:ext cx="8933788" cy="548640"/>
            </a:xfrm>
            <a:prstGeom prst="rect">
              <a:avLst/>
            </a:prstGeom>
            <a:noFill/>
            <a:ln>
              <a:noFill/>
            </a:ln>
          </p:spPr>
          <p:txBody>
            <a:bodyPr wrap="none" lIns="0" tIns="0" rIns="0" bIns="0" anchor="t" anchorCtr="0">
              <a:spAutoFit/>
            </a:bodyPr>
            <a:lstStyle/>
            <a:p>
              <a:pPr algn="ctr">
                <a:defRPr/>
              </a:pPr>
              <a:r>
                <a:rPr lang="zh-CN" sz="2700" b="1">
                  <a:solidFill>
                    <a:srgbClr val="FFFFFF"/>
                  </a:solidFill>
                  <a:latin typeface="Arial"/>
                  <a:ea typeface="Microsoft YaHei"/>
                  <a:cs typeface="Arial"/>
                </a:rPr>
                <a:t>Question: 'How inspired do you feel right now?'</a:t>
              </a:r>
              <a:endParaRPr/>
            </a:p>
          </p:txBody>
        </p:sp>
      </p:grpSp>
      <p:grpSp>
        <p:nvGrpSpPr>
          <p:cNvPr id="1790589307" name="Group 21"/>
          <p:cNvGrpSpPr/>
          <p:nvPr/>
        </p:nvGrpSpPr>
        <p:grpSpPr bwMode="auto">
          <a:xfrm>
            <a:off x="3714750" y="3048000"/>
            <a:ext cx="4762500" cy="2095500"/>
            <a:chOff x="3714750" y="3048000"/>
            <a:chExt cx="4762500" cy="2095500"/>
          </a:xfrm>
        </p:grpSpPr>
        <p:grpSp>
          <p:nvGrpSpPr>
            <p:cNvPr id="11" name="Group 11"/>
            <p:cNvGrpSpPr/>
            <p:nvPr/>
          </p:nvGrpSpPr>
          <p:grpSpPr bwMode="auto">
            <a:xfrm>
              <a:off x="3714750" y="3048000"/>
              <a:ext cx="4762500" cy="571500"/>
              <a:chOff x="3714750" y="3048000"/>
              <a:chExt cx="4762500" cy="571500"/>
            </a:xfrm>
          </p:grpSpPr>
          <p:sp>
            <p:nvSpPr>
              <p:cNvPr id="9" name="Rectangle 9"/>
              <p:cNvSpPr/>
              <p:nvPr/>
            </p:nvSpPr>
            <p:spPr bwMode="auto">
              <a:xfrm>
                <a:off x="3714750" y="3048000"/>
                <a:ext cx="4762500" cy="571500"/>
              </a:xfrm>
              <a:prstGeom prst="roundRect">
                <a:avLst>
                  <a:gd name="adj" fmla="val 10000"/>
                </a:avLst>
              </a:prstGeom>
              <a:solidFill>
                <a:srgbClr val="1C1C1F"/>
              </a:solidFill>
              <a:ln w="14288">
                <a:solidFill>
                  <a:srgbClr val="2E2E33"/>
                </a:solidFill>
              </a:ln>
            </p:spPr>
          </p:sp>
          <p:sp>
            <p:nvSpPr>
              <p:cNvPr id="10" name="TextBox 10"/>
              <p:cNvSpPr txBox="1"/>
              <p:nvPr/>
            </p:nvSpPr>
            <p:spPr bwMode="auto">
              <a:xfrm>
                <a:off x="3924300" y="3238500"/>
                <a:ext cx="2138362" cy="304800"/>
              </a:xfrm>
              <a:prstGeom prst="rect">
                <a:avLst/>
              </a:prstGeom>
              <a:noFill/>
              <a:ln>
                <a:noFill/>
              </a:ln>
            </p:spPr>
            <p:txBody>
              <a:bodyPr wrap="none" lIns="0" tIns="0" rIns="0" bIns="0" anchor="t" anchorCtr="0">
                <a:spAutoFit/>
              </a:bodyPr>
              <a:lstStyle/>
              <a:p>
                <a:pPr algn="l">
                  <a:defRPr/>
                </a:pPr>
                <a:r>
                  <a:rPr lang="zh-CN" sz="1500">
                    <a:solidFill>
                      <a:srgbClr val="A0A0AB"/>
                    </a:solidFill>
                    <a:latin typeface="Arial"/>
                    <a:ea typeface="Microsoft YaHei"/>
                    <a:cs typeface="Arial"/>
                  </a:rPr>
                  <a:t>A) Extremely Inspired</a:t>
                </a:r>
                <a:endParaRPr/>
              </a:p>
            </p:txBody>
          </p:sp>
        </p:grpSp>
        <p:grpSp>
          <p:nvGrpSpPr>
            <p:cNvPr id="14" name="Group 14"/>
            <p:cNvGrpSpPr/>
            <p:nvPr/>
          </p:nvGrpSpPr>
          <p:grpSpPr bwMode="auto">
            <a:xfrm>
              <a:off x="3714750" y="3810000"/>
              <a:ext cx="4762500" cy="571500"/>
              <a:chOff x="3714750" y="3810000"/>
              <a:chExt cx="4762500" cy="571500"/>
            </a:xfrm>
          </p:grpSpPr>
          <p:sp>
            <p:nvSpPr>
              <p:cNvPr id="12" name="Rectangle 12"/>
              <p:cNvSpPr/>
              <p:nvPr/>
            </p:nvSpPr>
            <p:spPr bwMode="auto">
              <a:xfrm>
                <a:off x="3714750" y="3810000"/>
                <a:ext cx="4762500" cy="571500"/>
              </a:xfrm>
              <a:prstGeom prst="roundRect">
                <a:avLst>
                  <a:gd name="adj" fmla="val 10000"/>
                </a:avLst>
              </a:prstGeom>
              <a:solidFill>
                <a:srgbClr val="1C1C1F"/>
              </a:solidFill>
              <a:ln w="14288">
                <a:solidFill>
                  <a:srgbClr val="2E2E33"/>
                </a:solidFill>
              </a:ln>
            </p:spPr>
          </p:sp>
          <p:sp>
            <p:nvSpPr>
              <p:cNvPr id="13" name="TextBox 13"/>
              <p:cNvSpPr txBox="1"/>
              <p:nvPr/>
            </p:nvSpPr>
            <p:spPr bwMode="auto">
              <a:xfrm>
                <a:off x="3924300" y="4000500"/>
                <a:ext cx="1398270" cy="304800"/>
              </a:xfrm>
              <a:prstGeom prst="rect">
                <a:avLst/>
              </a:prstGeom>
              <a:noFill/>
              <a:ln>
                <a:noFill/>
              </a:ln>
            </p:spPr>
            <p:txBody>
              <a:bodyPr wrap="none" lIns="0" tIns="0" rIns="0" bIns="0" anchor="t" anchorCtr="0">
                <a:spAutoFit/>
              </a:bodyPr>
              <a:lstStyle/>
              <a:p>
                <a:pPr algn="l">
                  <a:defRPr/>
                </a:pPr>
                <a:r>
                  <a:rPr lang="zh-CN" sz="1500">
                    <a:solidFill>
                      <a:srgbClr val="A0A0AB"/>
                    </a:solidFill>
                    <a:latin typeface="Arial"/>
                    <a:ea typeface="Microsoft YaHei"/>
                    <a:cs typeface="Arial"/>
                  </a:rPr>
                  <a:t>B) Mind-Blown</a:t>
                </a:r>
                <a:endParaRPr/>
              </a:p>
            </p:txBody>
          </p:sp>
        </p:grpSp>
        <p:grpSp>
          <p:nvGrpSpPr>
            <p:cNvPr id="20" name="Group 20"/>
            <p:cNvGrpSpPr/>
            <p:nvPr/>
          </p:nvGrpSpPr>
          <p:grpSpPr bwMode="auto">
            <a:xfrm>
              <a:off x="3714750" y="4572000"/>
              <a:ext cx="4762500" cy="571500"/>
              <a:chOff x="3714750" y="4572000"/>
              <a:chExt cx="4762500" cy="571500"/>
            </a:xfrm>
          </p:grpSpPr>
          <p:sp>
            <p:nvSpPr>
              <p:cNvPr id="15" name="Rectangle 15"/>
              <p:cNvSpPr/>
              <p:nvPr/>
            </p:nvSpPr>
            <p:spPr bwMode="auto">
              <a:xfrm>
                <a:off x="3714750" y="4572000"/>
                <a:ext cx="4762500" cy="571500"/>
              </a:xfrm>
              <a:prstGeom prst="roundRect">
                <a:avLst>
                  <a:gd name="adj" fmla="val 10000"/>
                </a:avLst>
              </a:prstGeom>
              <a:solidFill>
                <a:srgbClr val="FF6600"/>
              </a:solidFill>
              <a:ln w="19050">
                <a:solidFill>
                  <a:srgbClr val="FF6600"/>
                </a:solidFill>
              </a:ln>
              <a:effectLst>
                <a:glow rad="57150">
                  <a:srgbClr val="FF6600">
                    <a:alpha val="50000"/>
                  </a:srgbClr>
                </a:glow>
              </a:effectLst>
            </p:spPr>
          </p:sp>
          <p:sp>
            <p:nvSpPr>
              <p:cNvPr id="16" name="TextBox 16"/>
              <p:cNvSpPr txBox="1"/>
              <p:nvPr/>
            </p:nvSpPr>
            <p:spPr bwMode="auto">
              <a:xfrm>
                <a:off x="3924300" y="4762500"/>
                <a:ext cx="678680" cy="304800"/>
              </a:xfrm>
              <a:prstGeom prst="rect">
                <a:avLst/>
              </a:prstGeom>
              <a:noFill/>
              <a:ln>
                <a:noFill/>
              </a:ln>
            </p:spPr>
            <p:txBody>
              <a:bodyPr wrap="none" lIns="0" tIns="0" rIns="0" bIns="0" anchor="t" anchorCtr="0">
                <a:spAutoFit/>
              </a:bodyPr>
              <a:lstStyle/>
              <a:p>
                <a:pPr algn="l">
                  <a:defRPr/>
                </a:pPr>
                <a:r>
                  <a:rPr lang="zh-CN" sz="1500" b="1">
                    <a:solidFill>
                      <a:srgbClr val="FFFFFF"/>
                    </a:solidFill>
                    <a:latin typeface="Arial"/>
                    <a:ea typeface="Microsoft YaHei"/>
                    <a:cs typeface="Arial"/>
                  </a:rPr>
                  <a:t>C) Yes</a:t>
                </a:r>
                <a:endParaRPr/>
              </a:p>
            </p:txBody>
          </p:sp>
          <p:grpSp>
            <p:nvGrpSpPr>
              <p:cNvPr id="19" name="Group 19"/>
              <p:cNvGrpSpPr/>
              <p:nvPr/>
            </p:nvGrpSpPr>
            <p:grpSpPr bwMode="auto">
              <a:xfrm>
                <a:off x="7977188" y="4757738"/>
                <a:ext cx="200025" cy="200025"/>
                <a:chOff x="7977188" y="4757738"/>
                <a:chExt cx="200025" cy="200025"/>
              </a:xfrm>
            </p:grpSpPr>
            <p:sp>
              <p:nvSpPr>
                <p:cNvPr id="17" name="Freeform 17"/>
                <p:cNvSpPr/>
                <p:nvPr/>
              </p:nvSpPr>
              <p:spPr bwMode="auto">
                <a:xfrm>
                  <a:off x="7977188" y="4757738"/>
                  <a:ext cx="200025" cy="200025"/>
                </a:xfrm>
                <a:custGeom>
                  <a:avLst/>
                  <a:gdLst/>
                  <a:ahLst/>
                  <a:cxnLst/>
                  <a:rect l="l" t="t" r="r" b="b"/>
                  <a:pathLst>
                    <a:path w="200025" h="200025" fill="norm" stroke="1" extrusionOk="0">
                      <a:moveTo>
                        <a:pt x="0" y="100012"/>
                      </a:moveTo>
                      <a:cubicBezTo>
                        <a:pt x="0" y="155248"/>
                        <a:pt x="44777" y="200025"/>
                        <a:pt x="100012" y="200025"/>
                      </a:cubicBezTo>
                      <a:cubicBezTo>
                        <a:pt x="155248" y="200025"/>
                        <a:pt x="200025" y="155248"/>
                        <a:pt x="200025" y="100012"/>
                      </a:cubicBezTo>
                      <a:cubicBezTo>
                        <a:pt x="200025" y="44777"/>
                        <a:pt x="155248" y="0"/>
                        <a:pt x="100012" y="0"/>
                      </a:cubicBezTo>
                      <a:cubicBezTo>
                        <a:pt x="44777" y="0"/>
                        <a:pt x="0" y="44777"/>
                        <a:pt x="0" y="100012"/>
                      </a:cubicBezTo>
                    </a:path>
                  </a:pathLst>
                </a:custGeom>
                <a:noFill/>
                <a:ln w="19050">
                  <a:solidFill>
                    <a:srgbClr val="FFFFFF"/>
                  </a:solidFill>
                </a:ln>
                <a:effectLst>
                  <a:glow rad="57150">
                    <a:srgbClr val="FF6600">
                      <a:alpha val="50000"/>
                    </a:srgbClr>
                  </a:glow>
                </a:effectLst>
              </p:spPr>
            </p:sp>
            <p:sp>
              <p:nvSpPr>
                <p:cNvPr id="18" name="Freeform 18"/>
                <p:cNvSpPr/>
                <p:nvPr/>
              </p:nvSpPr>
              <p:spPr bwMode="auto">
                <a:xfrm>
                  <a:off x="8043862" y="4835525"/>
                  <a:ext cx="66675" cy="44450"/>
                </a:xfrm>
                <a:custGeom>
                  <a:avLst/>
                  <a:gdLst/>
                  <a:ahLst/>
                  <a:cxnLst/>
                  <a:rect l="l" t="t" r="r" b="b"/>
                  <a:pathLst>
                    <a:path w="66675" h="44450" fill="norm" stroke="1" extrusionOk="0">
                      <a:moveTo>
                        <a:pt x="0" y="22225"/>
                      </a:moveTo>
                      <a:lnTo>
                        <a:pt x="22225" y="44450"/>
                      </a:lnTo>
                      <a:lnTo>
                        <a:pt x="66675" y="0"/>
                      </a:lnTo>
                    </a:path>
                  </a:pathLst>
                </a:custGeom>
                <a:noFill/>
                <a:ln w="19050">
                  <a:solidFill>
                    <a:srgbClr val="FFFFFF"/>
                  </a:solidFill>
                </a:ln>
                <a:effectLst>
                  <a:glow rad="57150">
                    <a:srgbClr val="FF6600">
                      <a:alpha val="50000"/>
                    </a:srgbClr>
                  </a:glow>
                </a:effectLst>
              </p:spPr>
            </p:sp>
          </p:grpSp>
        </p:grpSp>
      </p:grpSp>
      <p:grpSp>
        <p:nvGrpSpPr>
          <p:cNvPr id="546618731" name="Group 23"/>
          <p:cNvGrpSpPr/>
          <p:nvPr/>
        </p:nvGrpSpPr>
        <p:grpSpPr bwMode="auto">
          <a:xfrm>
            <a:off x="2750248" y="5554028"/>
            <a:ext cx="6691503" cy="213360"/>
            <a:chOff x="2750248" y="5554028"/>
            <a:chExt cx="6691503" cy="213360"/>
          </a:xfrm>
        </p:grpSpPr>
        <p:sp>
          <p:nvSpPr>
            <p:cNvPr id="22" name="TextBox 22"/>
            <p:cNvSpPr txBox="1"/>
            <p:nvPr/>
          </p:nvSpPr>
          <p:spPr bwMode="auto">
            <a:xfrm>
              <a:off x="2750248" y="5554028"/>
              <a:ext cx="6691503" cy="213360"/>
            </a:xfrm>
            <a:prstGeom prst="rect">
              <a:avLst/>
            </a:prstGeom>
            <a:noFill/>
            <a:ln>
              <a:noFill/>
            </a:ln>
          </p:spPr>
          <p:txBody>
            <a:bodyPr wrap="none" lIns="0" tIns="0" rIns="0" bIns="0" anchor="t" anchorCtr="0">
              <a:spAutoFit/>
            </a:bodyPr>
            <a:lstStyle/>
            <a:p>
              <a:pPr algn="ctr">
                <a:defRPr/>
              </a:pPr>
              <a:r>
                <a:rPr lang="zh-CN" sz="1050">
                  <a:solidFill>
                    <a:srgbClr val="71717A"/>
                  </a:solidFill>
                  <a:latin typeface="Arial"/>
                  <a:ea typeface="Microsoft YaHei"/>
                  <a:cs typeface="Arial"/>
                </a:rPr>
                <a:t>*High-saturation orange test. Ensure the white text on orange remains legible without ghosting.</a:t>
              </a:r>
              <a:endParaRPr/>
            </a:p>
          </p:txBody>
        </p:sp>
      </p:grpSp>
      <p:grpSp>
        <p:nvGrpSpPr>
          <p:cNvPr id="1121184259" name="Group 27"/>
          <p:cNvGrpSpPr/>
          <p:nvPr/>
        </p:nvGrpSpPr>
        <p:grpSpPr bwMode="auto">
          <a:xfrm>
            <a:off x="560070" y="6238875"/>
            <a:ext cx="11071860" cy="323850"/>
            <a:chOff x="560070" y="6238875"/>
            <a:chExt cx="11071860" cy="323850"/>
          </a:xfrm>
        </p:grpSpPr>
        <p:sp>
          <p:nvSpPr>
            <p:cNvPr id="24" name="Line 24"/>
            <p:cNvSpPr/>
            <p:nvPr/>
          </p:nvSpPr>
          <p:spPr bwMode="auto">
            <a:xfrm>
              <a:off x="571500" y="6238875"/>
              <a:ext cx="11049000" cy="9525"/>
            </a:xfrm>
            <a:custGeom>
              <a:avLst/>
              <a:gdLst/>
              <a:ahLst/>
              <a:cxnLst/>
              <a:rect l="l" t="t" r="r" b="b"/>
              <a:pathLst>
                <a:path w="11049000" h="9525" fill="norm" stroke="1" extrusionOk="0">
                  <a:moveTo>
                    <a:pt x="0" y="0"/>
                  </a:moveTo>
                  <a:lnTo>
                    <a:pt x="11049000" y="0"/>
                  </a:lnTo>
                </a:path>
              </a:pathLst>
            </a:custGeom>
            <a:noFill/>
            <a:ln w="14288">
              <a:solidFill>
                <a:srgbClr val="2E2E33"/>
              </a:solidFill>
            </a:ln>
          </p:spPr>
        </p:sp>
        <p:sp>
          <p:nvSpPr>
            <p:cNvPr id="25" name="TextBox 25"/>
            <p:cNvSpPr txBox="1"/>
            <p:nvPr/>
          </p:nvSpPr>
          <p:spPr bwMode="auto">
            <a:xfrm>
              <a:off x="560070" y="6379845"/>
              <a:ext cx="2237137" cy="182880"/>
            </a:xfrm>
            <a:prstGeom prst="rect">
              <a:avLst/>
            </a:prstGeom>
            <a:noFill/>
            <a:ln>
              <a:noFill/>
            </a:ln>
          </p:spPr>
          <p:txBody>
            <a:bodyPr wrap="none" lIns="0" tIns="0" rIns="0" bIns="0" anchor="t" anchorCtr="0">
              <a:spAutoFit/>
            </a:bodyPr>
            <a:lstStyle/>
            <a:p>
              <a:pPr algn="l">
                <a:defRPr/>
              </a:pPr>
              <a:r>
                <a:rPr lang="zh-CN" sz="900">
                  <a:solidFill>
                    <a:srgbClr val="71717A"/>
                  </a:solidFill>
                  <a:latin typeface="Consolas"/>
                  <a:ea typeface="Microsoft YaHei"/>
                  <a:cs typeface="Consolas"/>
                </a:rPr>
                <a:t>COLOR_CHECK: ORANGE_GHOSTING_TEST</a:t>
              </a:r>
              <a:endParaRPr/>
            </a:p>
          </p:txBody>
        </p:sp>
        <p:sp>
          <p:nvSpPr>
            <p:cNvPr id="26" name="TextBox 26"/>
            <p:cNvSpPr txBox="1"/>
            <p:nvPr/>
          </p:nvSpPr>
          <p:spPr bwMode="auto">
            <a:xfrm>
              <a:off x="10810970" y="6379845"/>
              <a:ext cx="820960" cy="182880"/>
            </a:xfrm>
            <a:prstGeom prst="rect">
              <a:avLst/>
            </a:prstGeom>
            <a:noFill/>
            <a:ln>
              <a:noFill/>
            </a:ln>
          </p:spPr>
          <p:txBody>
            <a:bodyPr wrap="none" lIns="0" tIns="0" rIns="0" bIns="0" anchor="t" anchorCtr="0">
              <a:spAutoFit/>
            </a:bodyPr>
            <a:lstStyle/>
            <a:p>
              <a:pPr algn="r">
                <a:defRPr/>
              </a:pPr>
              <a:r>
                <a:rPr lang="zh-CN" sz="900">
                  <a:solidFill>
                    <a:srgbClr val="71717A"/>
                  </a:solidFill>
                  <a:latin typeface="Consolas"/>
                  <a:ea typeface="Microsoft YaHei"/>
                  <a:cs typeface="Consolas"/>
                </a:rPr>
                <a:t>PAGE_06 // 13</a:t>
              </a:r>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400" advClick="1">
        <p:fade thruBlk="0"/>
      </p:transition>
    </mc:Choice>
    <mc:Fallback>
      <p:transition spd="fast" advClick="1">
        <p:fade thruBlk="0"/>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105469089"/>
                                        </p:tgtEl>
                                        <p:attrNameLst>
                                          <p:attrName>style.visibility</p:attrName>
                                        </p:attrNameLst>
                                      </p:cBhvr>
                                      <p:to>
                                        <p:strVal val="visible"/>
                                      </p:to>
                                    </p:set>
                                    <p:animEffect transition="in" filter="fade">
                                      <p:cBhvr>
                                        <p:cTn id="7" dur="400"/>
                                        <p:tgtEl>
                                          <p:spTgt spid="2105469089"/>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1790589307"/>
                                        </p:tgtEl>
                                        <p:attrNameLst>
                                          <p:attrName>style.visibility</p:attrName>
                                        </p:attrNameLst>
                                      </p:cBhvr>
                                      <p:to>
                                        <p:strVal val="visible"/>
                                      </p:to>
                                    </p:set>
                                    <p:animEffect transition="in" filter="wipe(left)">
                                      <p:cBhvr>
                                        <p:cTn id="11" dur="400"/>
                                        <p:tgtEl>
                                          <p:spTgt spid="1790589307"/>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546618731"/>
                                        </p:tgtEl>
                                        <p:attrNameLst>
                                          <p:attrName>style.visibility</p:attrName>
                                        </p:attrNameLst>
                                      </p:cBhvr>
                                      <p:to>
                                        <p:strVal val="visible"/>
                                      </p:to>
                                    </p:set>
                                    <p:animEffect transition="in" filter="fade">
                                      <p:cBhvr>
                                        <p:cTn id="15" dur="400"/>
                                        <p:tgtEl>
                                          <p:spTgt spid="5466187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5469089" grpId="0"/>
      <p:bldP spid="1790589307" grpId="0"/>
      <p:bldP spid="546618731" grpId="0"/>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94620164" name="Rectangle 2"/>
          <p:cNvSpPr/>
          <p:nvPr/>
        </p:nvSpPr>
        <p:spPr bwMode="auto">
          <a:xfrm>
            <a:off x="0" y="0"/>
            <a:ext cx="12192000" cy="6858000"/>
          </a:xfrm>
          <a:prstGeom prst="rect">
            <a:avLst/>
          </a:prstGeom>
          <a:pattFill prst="lgGrid">
            <a:fgClr>
              <a:srgbClr val="242428"/>
            </a:fgClr>
            <a:bgClr>
              <a:srgbClr val="121214"/>
            </a:bgClr>
          </a:pattFill>
          <a:ln>
            <a:noFill/>
          </a:ln>
        </p:spPr>
      </p:sp>
      <p:grpSp>
        <p:nvGrpSpPr>
          <p:cNvPr id="242054455" name="Group 5"/>
          <p:cNvGrpSpPr/>
          <p:nvPr/>
        </p:nvGrpSpPr>
        <p:grpSpPr bwMode="auto">
          <a:xfrm>
            <a:off x="560070" y="379095"/>
            <a:ext cx="11060430" cy="249555"/>
            <a:chOff x="560070" y="379095"/>
            <a:chExt cx="11060430" cy="249555"/>
          </a:xfrm>
        </p:grpSpPr>
        <p:sp>
          <p:nvSpPr>
            <p:cNvPr id="3" name="TextBox 3"/>
            <p:cNvSpPr txBox="1"/>
            <p:nvPr/>
          </p:nvSpPr>
          <p:spPr bwMode="auto">
            <a:xfrm>
              <a:off x="560070" y="379095"/>
              <a:ext cx="1571053" cy="182880"/>
            </a:xfrm>
            <a:prstGeom prst="rect">
              <a:avLst/>
            </a:prstGeom>
            <a:noFill/>
            <a:ln>
              <a:noFill/>
            </a:ln>
          </p:spPr>
          <p:txBody>
            <a:bodyPr wrap="none" lIns="0" tIns="0" rIns="0" bIns="0" anchor="t" anchorCtr="0">
              <a:spAutoFit/>
            </a:bodyPr>
            <a:lstStyle/>
            <a:p>
              <a:pPr algn="l">
                <a:defRPr/>
              </a:pPr>
              <a:r>
                <a:rPr lang="zh-CN" sz="900">
                  <a:solidFill>
                    <a:srgbClr val="71717A"/>
                  </a:solidFill>
                  <a:latin typeface="Consolas"/>
                  <a:ea typeface="Microsoft YaHei"/>
                  <a:cs typeface="Consolas"/>
                </a:rPr>
                <a:t>SYS.WISDOM_QUOTE // P07</a:t>
              </a:r>
              <a:endParaRPr/>
            </a:p>
          </p:txBody>
        </p:sp>
        <p:sp>
          <p:nvSpPr>
            <p:cNvPr id="4" name="Line 4"/>
            <p:cNvSpPr/>
            <p:nvPr/>
          </p:nvSpPr>
          <p:spPr bwMode="auto">
            <a:xfrm>
              <a:off x="571500" y="619125"/>
              <a:ext cx="11049000" cy="9525"/>
            </a:xfrm>
            <a:custGeom>
              <a:avLst/>
              <a:gdLst/>
              <a:ahLst/>
              <a:cxnLst/>
              <a:rect l="l" t="t" r="r" b="b"/>
              <a:pathLst>
                <a:path w="11049000" h="9525" fill="norm" stroke="1" extrusionOk="0">
                  <a:moveTo>
                    <a:pt x="0" y="0"/>
                  </a:moveTo>
                  <a:lnTo>
                    <a:pt x="11049000" y="0"/>
                  </a:lnTo>
                </a:path>
              </a:pathLst>
            </a:custGeom>
            <a:noFill/>
            <a:ln w="14288">
              <a:solidFill>
                <a:srgbClr val="2E2E33"/>
              </a:solidFill>
            </a:ln>
          </p:spPr>
        </p:sp>
      </p:grpSp>
      <p:grpSp>
        <p:nvGrpSpPr>
          <p:cNvPr id="1519091610" name="Group 7"/>
          <p:cNvGrpSpPr/>
          <p:nvPr/>
        </p:nvGrpSpPr>
        <p:grpSpPr bwMode="auto">
          <a:xfrm>
            <a:off x="537210" y="1042035"/>
            <a:ext cx="3130763" cy="548640"/>
            <a:chOff x="537210" y="1042035"/>
            <a:chExt cx="3130763" cy="548640"/>
          </a:xfrm>
        </p:grpSpPr>
        <p:sp>
          <p:nvSpPr>
            <p:cNvPr id="6" name="TextBox 6"/>
            <p:cNvSpPr txBox="1"/>
            <p:nvPr/>
          </p:nvSpPr>
          <p:spPr bwMode="auto">
            <a:xfrm>
              <a:off x="537210" y="1042035"/>
              <a:ext cx="3130763" cy="548640"/>
            </a:xfrm>
            <a:prstGeom prst="rect">
              <a:avLst/>
            </a:prstGeom>
            <a:noFill/>
            <a:ln>
              <a:noFill/>
            </a:ln>
          </p:spPr>
          <p:txBody>
            <a:bodyPr wrap="none" lIns="0" tIns="0" rIns="0" bIns="0" anchor="t" anchorCtr="0">
              <a:spAutoFit/>
            </a:bodyPr>
            <a:lstStyle/>
            <a:p>
              <a:pPr algn="l">
                <a:defRPr/>
              </a:pPr>
              <a:r>
                <a:rPr lang="zh-CN" sz="2700" b="1">
                  <a:solidFill>
                    <a:srgbClr val="FFFFFF"/>
                  </a:solidFill>
                  <a:latin typeface="Arial"/>
                  <a:ea typeface="Microsoft YaHei"/>
                  <a:cs typeface="Arial"/>
                </a:rPr>
                <a:t>Words of Wisdom</a:t>
              </a:r>
              <a:endParaRPr/>
            </a:p>
          </p:txBody>
        </p:sp>
      </p:grpSp>
      <p:grpSp>
        <p:nvGrpSpPr>
          <p:cNvPr id="204891228" name="Group 13"/>
          <p:cNvGrpSpPr/>
          <p:nvPr/>
        </p:nvGrpSpPr>
        <p:grpSpPr bwMode="auto">
          <a:xfrm>
            <a:off x="1333499" y="1981199"/>
            <a:ext cx="9524999" cy="3924298"/>
            <a:chOff x="0" y="0"/>
            <a:chExt cx="9524999" cy="3924298"/>
          </a:xfrm>
        </p:grpSpPr>
        <p:sp>
          <p:nvSpPr>
            <p:cNvPr id="8" name="Rectangle 8"/>
            <p:cNvSpPr/>
            <p:nvPr/>
          </p:nvSpPr>
          <p:spPr bwMode="auto">
            <a:xfrm>
              <a:off x="0" y="114300"/>
              <a:ext cx="9525000" cy="3238500"/>
            </a:xfrm>
            <a:prstGeom prst="roundRect">
              <a:avLst>
                <a:gd name="adj" fmla="val 2353"/>
              </a:avLst>
            </a:prstGeom>
            <a:solidFill>
              <a:srgbClr val="1C1C1F"/>
            </a:solidFill>
            <a:ln w="14288">
              <a:solidFill>
                <a:srgbClr val="FF007F"/>
              </a:solidFill>
            </a:ln>
            <a:effectLst>
              <a:glow rad="76200">
                <a:srgbClr val="FF007F">
                  <a:alpha val="40000"/>
                </a:srgbClr>
              </a:glow>
            </a:effectLst>
          </p:spPr>
        </p:sp>
        <p:sp>
          <p:nvSpPr>
            <p:cNvPr id="9" name="TextBox 9"/>
            <p:cNvSpPr txBox="1"/>
            <p:nvPr/>
          </p:nvSpPr>
          <p:spPr bwMode="auto">
            <a:xfrm>
              <a:off x="361949" y="0"/>
              <a:ext cx="921687" cy="1828800"/>
            </a:xfrm>
            <a:prstGeom prst="rect">
              <a:avLst/>
            </a:prstGeom>
            <a:noFill/>
            <a:ln>
              <a:noFill/>
            </a:ln>
          </p:spPr>
          <p:txBody>
            <a:bodyPr wrap="none" lIns="0" tIns="0" rIns="0" bIns="0" anchor="t" anchorCtr="0">
              <a:spAutoFit/>
            </a:bodyPr>
            <a:lstStyle/>
            <a:p>
              <a:pPr algn="l">
                <a:defRPr/>
              </a:pPr>
              <a:r>
                <a:rPr lang="zh-CN" sz="9000" b="1">
                  <a:solidFill>
                    <a:srgbClr val="FF007F">
                      <a:alphaMod val="20000"/>
                    </a:srgbClr>
                  </a:solidFill>
                  <a:latin typeface="Georgia"/>
                  <a:ea typeface="SimSun"/>
                  <a:cs typeface="Georgia"/>
                </a:rPr>
                <a:t>“</a:t>
              </a:r>
              <a:endParaRPr/>
            </a:p>
          </p:txBody>
        </p:sp>
        <p:sp>
          <p:nvSpPr>
            <p:cNvPr id="10" name="TextBox 10"/>
            <p:cNvSpPr txBox="1"/>
            <p:nvPr/>
          </p:nvSpPr>
          <p:spPr bwMode="auto">
            <a:xfrm>
              <a:off x="8458200" y="2095498"/>
              <a:ext cx="921687" cy="1828800"/>
            </a:xfrm>
            <a:prstGeom prst="rect">
              <a:avLst/>
            </a:prstGeom>
            <a:noFill/>
            <a:ln>
              <a:noFill/>
            </a:ln>
          </p:spPr>
          <p:txBody>
            <a:bodyPr wrap="none" lIns="0" tIns="0" rIns="0" bIns="0" anchor="t" anchorCtr="0">
              <a:spAutoFit/>
            </a:bodyPr>
            <a:lstStyle/>
            <a:p>
              <a:pPr algn="l">
                <a:defRPr/>
              </a:pPr>
              <a:r>
                <a:rPr lang="zh-CN" sz="9000" b="1">
                  <a:solidFill>
                    <a:srgbClr val="FF007F">
                      <a:alphaMod val="20000"/>
                    </a:srgbClr>
                  </a:solidFill>
                  <a:latin typeface="Georgia"/>
                  <a:ea typeface="SimSun"/>
                  <a:cs typeface="Georgia"/>
                </a:rPr>
                <a:t>”</a:t>
              </a:r>
              <a:endParaRPr/>
            </a:p>
          </p:txBody>
        </p:sp>
        <p:sp>
          <p:nvSpPr>
            <p:cNvPr id="11" name="TextBox 11"/>
            <p:cNvSpPr txBox="1"/>
            <p:nvPr/>
          </p:nvSpPr>
          <p:spPr bwMode="auto">
            <a:xfrm>
              <a:off x="925830" y="840105"/>
              <a:ext cx="6254115" cy="1712595"/>
            </a:xfrm>
            <a:prstGeom prst="rect">
              <a:avLst/>
            </a:prstGeom>
            <a:noFill/>
            <a:ln>
              <a:noFill/>
            </a:ln>
          </p:spPr>
          <p:txBody>
            <a:bodyPr wrap="square" lIns="0" tIns="0" rIns="0" bIns="0" anchor="t" anchorCtr="0"/>
            <a:lstStyle/>
            <a:p>
              <a:pPr algn="l">
                <a:lnSpc>
                  <a:spcPts val="3375"/>
                </a:lnSpc>
                <a:defRPr/>
              </a:pPr>
              <a:r>
                <a:rPr lang="zh-CN" sz="2100" i="1">
                  <a:solidFill>
                    <a:srgbClr val="FFFFFF"/>
                  </a:solidFill>
                  <a:latin typeface="Georgia"/>
                  <a:ea typeface="SimSun"/>
                  <a:cs typeface="Georgia"/>
                </a:rPr>
                <a:t>"Do not follow the path. </a:t>
              </a:r>
              <a:r>
                <a:rPr lang="zh-CN" sz="2100" i="1">
                  <a:solidFill>
                    <a:srgbClr val="FFFFFF"/>
                  </a:solidFill>
                  <a:latin typeface="Georgia"/>
                  <a:ea typeface="SimSun"/>
                  <a:cs typeface="Georgia"/>
                </a:rPr>
                <a:t>Build the path, walk on it, </a:t>
              </a:r>
              <a:r>
                <a:rPr lang="zh-CN" sz="2100" i="1">
                  <a:solidFill>
                    <a:srgbClr val="FFFFFF"/>
                  </a:solidFill>
                  <a:latin typeface="Georgia"/>
                  <a:ea typeface="SimSun"/>
                  <a:cs typeface="Georgia"/>
                </a:rPr>
                <a:t>realize you built it in the wrong direction, </a:t>
              </a:r>
              <a:r>
                <a:rPr lang="zh-CN" sz="2100" i="1">
                  <a:solidFill>
                    <a:srgbClr val="FFFFFF"/>
                  </a:solidFill>
                  <a:latin typeface="Georgia"/>
                  <a:ea typeface="SimSun"/>
                  <a:cs typeface="Georgia"/>
                </a:rPr>
                <a:t>and then convince everyone it was a shortcut."</a:t>
              </a:r>
              <a:endParaRPr/>
            </a:p>
          </p:txBody>
        </p:sp>
        <p:sp>
          <p:nvSpPr>
            <p:cNvPr id="12" name="TextBox 12"/>
            <p:cNvSpPr txBox="1"/>
            <p:nvPr/>
          </p:nvSpPr>
          <p:spPr bwMode="auto">
            <a:xfrm flipH="0" flipV="0">
              <a:off x="7349249" y="2635567"/>
              <a:ext cx="1007648" cy="206099"/>
            </a:xfrm>
            <a:prstGeom prst="rect">
              <a:avLst/>
            </a:prstGeom>
            <a:noFill/>
            <a:ln>
              <a:noFill/>
            </a:ln>
          </p:spPr>
          <p:txBody>
            <a:bodyPr wrap="square" lIns="0" tIns="0" rIns="0" bIns="0" anchor="t" anchorCtr="0">
              <a:spAutoFit/>
            </a:bodyPr>
            <a:lstStyle/>
            <a:p>
              <a:pPr algn="r">
                <a:defRPr/>
              </a:pPr>
              <a:r>
                <a:rPr lang="zh-CN" sz="1350" b="1">
                  <a:solidFill>
                    <a:srgbClr val="FF007F"/>
                  </a:solidFill>
                  <a:latin typeface="Consolas"/>
                  <a:ea typeface="Microsoft YaHei"/>
                  <a:cs typeface="Consolas"/>
                </a:rPr>
                <a:t>— Me, 2026</a:t>
              </a:r>
              <a:endParaRPr/>
            </a:p>
          </p:txBody>
        </p:sp>
      </p:grpSp>
      <p:grpSp>
        <p:nvGrpSpPr>
          <p:cNvPr id="124563495" name="Group 15"/>
          <p:cNvGrpSpPr/>
          <p:nvPr/>
        </p:nvGrpSpPr>
        <p:grpSpPr bwMode="auto">
          <a:xfrm>
            <a:off x="2361700" y="5554028"/>
            <a:ext cx="7468600" cy="213360"/>
            <a:chOff x="2361700" y="5554028"/>
            <a:chExt cx="7468600" cy="213360"/>
          </a:xfrm>
        </p:grpSpPr>
        <p:sp>
          <p:nvSpPr>
            <p:cNvPr id="14" name="TextBox 14"/>
            <p:cNvSpPr txBox="1"/>
            <p:nvPr/>
          </p:nvSpPr>
          <p:spPr bwMode="auto">
            <a:xfrm>
              <a:off x="2361700" y="5554028"/>
              <a:ext cx="7468600" cy="213360"/>
            </a:xfrm>
            <a:prstGeom prst="rect">
              <a:avLst/>
            </a:prstGeom>
            <a:noFill/>
            <a:ln>
              <a:noFill/>
            </a:ln>
          </p:spPr>
          <p:txBody>
            <a:bodyPr wrap="none" lIns="0" tIns="0" rIns="0" bIns="0" anchor="t" anchorCtr="0">
              <a:spAutoFit/>
            </a:bodyPr>
            <a:lstStyle/>
            <a:p>
              <a:pPr algn="ctr">
                <a:defRPr/>
              </a:pPr>
              <a:r>
                <a:rPr lang="zh-CN" sz="1050">
                  <a:solidFill>
                    <a:srgbClr val="71717A"/>
                  </a:solidFill>
                  <a:latin typeface="Arial"/>
                  <a:ea typeface="Microsoft YaHei"/>
                  <a:cs typeface="Arial"/>
                </a:rPr>
                <a:t>*Center alignment and serif legibility verification. Ensure the quotation marks and italicized text are crisp.</a:t>
              </a:r>
              <a:endParaRPr/>
            </a:p>
          </p:txBody>
        </p:sp>
      </p:grpSp>
      <p:grpSp>
        <p:nvGrpSpPr>
          <p:cNvPr id="1946293617" name="Group 19"/>
          <p:cNvGrpSpPr/>
          <p:nvPr/>
        </p:nvGrpSpPr>
        <p:grpSpPr bwMode="auto">
          <a:xfrm>
            <a:off x="560070" y="6238875"/>
            <a:ext cx="11071860" cy="323850"/>
            <a:chOff x="560070" y="6238875"/>
            <a:chExt cx="11071860" cy="323850"/>
          </a:xfrm>
        </p:grpSpPr>
        <p:sp>
          <p:nvSpPr>
            <p:cNvPr id="16" name="Line 16"/>
            <p:cNvSpPr/>
            <p:nvPr/>
          </p:nvSpPr>
          <p:spPr bwMode="auto">
            <a:xfrm>
              <a:off x="571500" y="6238875"/>
              <a:ext cx="11049000" cy="9525"/>
            </a:xfrm>
            <a:custGeom>
              <a:avLst/>
              <a:gdLst/>
              <a:ahLst/>
              <a:cxnLst/>
              <a:rect l="l" t="t" r="r" b="b"/>
              <a:pathLst>
                <a:path w="11049000" h="9525" fill="norm" stroke="1" extrusionOk="0">
                  <a:moveTo>
                    <a:pt x="0" y="0"/>
                  </a:moveTo>
                  <a:lnTo>
                    <a:pt x="11049000" y="0"/>
                  </a:lnTo>
                </a:path>
              </a:pathLst>
            </a:custGeom>
            <a:noFill/>
            <a:ln w="14288">
              <a:solidFill>
                <a:srgbClr val="2E2E33"/>
              </a:solidFill>
            </a:ln>
          </p:spPr>
        </p:sp>
        <p:sp>
          <p:nvSpPr>
            <p:cNvPr id="17" name="TextBox 17"/>
            <p:cNvSpPr txBox="1"/>
            <p:nvPr/>
          </p:nvSpPr>
          <p:spPr bwMode="auto">
            <a:xfrm>
              <a:off x="560070" y="6379845"/>
              <a:ext cx="1901095" cy="182880"/>
            </a:xfrm>
            <a:prstGeom prst="rect">
              <a:avLst/>
            </a:prstGeom>
            <a:noFill/>
            <a:ln>
              <a:noFill/>
            </a:ln>
          </p:spPr>
          <p:txBody>
            <a:bodyPr wrap="none" lIns="0" tIns="0" rIns="0" bIns="0" anchor="t" anchorCtr="0">
              <a:spAutoFit/>
            </a:bodyPr>
            <a:lstStyle/>
            <a:p>
              <a:pPr algn="l">
                <a:defRPr/>
              </a:pPr>
              <a:r>
                <a:rPr lang="zh-CN" sz="900">
                  <a:solidFill>
                    <a:srgbClr val="71717A"/>
                  </a:solidFill>
                  <a:latin typeface="Consolas"/>
                  <a:ea typeface="Microsoft YaHei"/>
                  <a:cs typeface="Consolas"/>
                </a:rPr>
                <a:t>SERIF_CHECK: GEORGIA_ITALIC_OK</a:t>
              </a:r>
              <a:endParaRPr/>
            </a:p>
          </p:txBody>
        </p:sp>
        <p:sp>
          <p:nvSpPr>
            <p:cNvPr id="18" name="TextBox 18"/>
            <p:cNvSpPr txBox="1"/>
            <p:nvPr/>
          </p:nvSpPr>
          <p:spPr bwMode="auto">
            <a:xfrm>
              <a:off x="10810970" y="6379845"/>
              <a:ext cx="820960" cy="182880"/>
            </a:xfrm>
            <a:prstGeom prst="rect">
              <a:avLst/>
            </a:prstGeom>
            <a:noFill/>
            <a:ln>
              <a:noFill/>
            </a:ln>
          </p:spPr>
          <p:txBody>
            <a:bodyPr wrap="none" lIns="0" tIns="0" rIns="0" bIns="0" anchor="t" anchorCtr="0">
              <a:spAutoFit/>
            </a:bodyPr>
            <a:lstStyle/>
            <a:p>
              <a:pPr algn="r">
                <a:defRPr/>
              </a:pPr>
              <a:r>
                <a:rPr lang="zh-CN" sz="900">
                  <a:solidFill>
                    <a:srgbClr val="71717A"/>
                  </a:solidFill>
                  <a:latin typeface="Consolas"/>
                  <a:ea typeface="Microsoft YaHei"/>
                  <a:cs typeface="Consolas"/>
                </a:rPr>
                <a:t>PAGE_07 // 13</a:t>
              </a:r>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400" advClick="1">
        <p:fade thruBlk="0"/>
      </p:transition>
    </mc:Choice>
    <mc:Fallback>
      <p:transition spd="fast" advClick="1">
        <p:fade thruBlk="0"/>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519091610"/>
                                        </p:tgtEl>
                                        <p:attrNameLst>
                                          <p:attrName>style.visibility</p:attrName>
                                        </p:attrNameLst>
                                      </p:cBhvr>
                                      <p:to>
                                        <p:strVal val="visible"/>
                                      </p:to>
                                    </p:set>
                                    <p:animEffect transition="in" filter="fade">
                                      <p:cBhvr>
                                        <p:cTn id="7" dur="400"/>
                                        <p:tgtEl>
                                          <p:spTgt spid="1519091610"/>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204891228"/>
                                        </p:tgtEl>
                                        <p:attrNameLst>
                                          <p:attrName>style.visibility</p:attrName>
                                        </p:attrNameLst>
                                      </p:cBhvr>
                                      <p:to>
                                        <p:strVal val="visible"/>
                                      </p:to>
                                    </p:set>
                                    <p:animEffect transition="in" filter="fade">
                                      <p:cBhvr>
                                        <p:cTn id="11" dur="400"/>
                                        <p:tgtEl>
                                          <p:spTgt spid="204891228"/>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124563495"/>
                                        </p:tgtEl>
                                        <p:attrNameLst>
                                          <p:attrName>style.visibility</p:attrName>
                                        </p:attrNameLst>
                                      </p:cBhvr>
                                      <p:to>
                                        <p:strVal val="visible"/>
                                      </p:to>
                                    </p:set>
                                    <p:animEffect transition="in" filter="fade">
                                      <p:cBhvr>
                                        <p:cTn id="15" dur="400"/>
                                        <p:tgtEl>
                                          <p:spTgt spid="1245634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9091610" grpId="0"/>
      <p:bldP spid="204891228" grpId="0"/>
      <p:bldP spid="124563495" grpId="0"/>
    </p:bld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23599616" name="Rectangle 2"/>
          <p:cNvSpPr/>
          <p:nvPr/>
        </p:nvSpPr>
        <p:spPr bwMode="auto">
          <a:xfrm>
            <a:off x="0" y="0"/>
            <a:ext cx="12192000" cy="6858000"/>
          </a:xfrm>
          <a:prstGeom prst="rect">
            <a:avLst/>
          </a:prstGeom>
          <a:pattFill prst="lgGrid">
            <a:fgClr>
              <a:srgbClr val="242428"/>
            </a:fgClr>
            <a:bgClr>
              <a:srgbClr val="121214"/>
            </a:bgClr>
          </a:pattFill>
          <a:ln>
            <a:noFill/>
          </a:ln>
        </p:spPr>
      </p:sp>
      <p:grpSp>
        <p:nvGrpSpPr>
          <p:cNvPr id="1670512293" name="Group 5"/>
          <p:cNvGrpSpPr/>
          <p:nvPr/>
        </p:nvGrpSpPr>
        <p:grpSpPr bwMode="auto">
          <a:xfrm>
            <a:off x="560070" y="379095"/>
            <a:ext cx="11060430" cy="249555"/>
            <a:chOff x="560070" y="379095"/>
            <a:chExt cx="11060430" cy="249555"/>
          </a:xfrm>
        </p:grpSpPr>
        <p:sp>
          <p:nvSpPr>
            <p:cNvPr id="3" name="TextBox 3"/>
            <p:cNvSpPr txBox="1"/>
            <p:nvPr/>
          </p:nvSpPr>
          <p:spPr bwMode="auto">
            <a:xfrm>
              <a:off x="560070" y="379095"/>
              <a:ext cx="2003107" cy="182880"/>
            </a:xfrm>
            <a:prstGeom prst="rect">
              <a:avLst/>
            </a:prstGeom>
            <a:noFill/>
            <a:ln>
              <a:noFill/>
            </a:ln>
          </p:spPr>
          <p:txBody>
            <a:bodyPr wrap="none" lIns="0" tIns="0" rIns="0" bIns="0" anchor="t" anchorCtr="0">
              <a:spAutoFit/>
            </a:bodyPr>
            <a:lstStyle/>
            <a:p>
              <a:pPr algn="l">
                <a:defRPr/>
              </a:pPr>
              <a:r>
                <a:rPr lang="zh-CN" sz="900">
                  <a:solidFill>
                    <a:srgbClr val="71717A"/>
                  </a:solidFill>
                  <a:latin typeface="Consolas"/>
                  <a:ea typeface="Microsoft YaHei"/>
                  <a:cs typeface="Consolas"/>
                </a:rPr>
                <a:t>SYS.VERBAL_OVERRIDE_TEST // P08</a:t>
              </a:r>
              <a:endParaRPr/>
            </a:p>
          </p:txBody>
        </p:sp>
        <p:sp>
          <p:nvSpPr>
            <p:cNvPr id="4" name="Line 4"/>
            <p:cNvSpPr/>
            <p:nvPr/>
          </p:nvSpPr>
          <p:spPr bwMode="auto">
            <a:xfrm>
              <a:off x="571500" y="619125"/>
              <a:ext cx="11049000" cy="9525"/>
            </a:xfrm>
            <a:custGeom>
              <a:avLst/>
              <a:gdLst/>
              <a:ahLst/>
              <a:cxnLst/>
              <a:rect l="l" t="t" r="r" b="b"/>
              <a:pathLst>
                <a:path w="11049000" h="9525" fill="norm" stroke="1" extrusionOk="0">
                  <a:moveTo>
                    <a:pt x="0" y="0"/>
                  </a:moveTo>
                  <a:lnTo>
                    <a:pt x="11049000" y="0"/>
                  </a:lnTo>
                </a:path>
              </a:pathLst>
            </a:custGeom>
            <a:noFill/>
            <a:ln w="14288">
              <a:solidFill>
                <a:srgbClr val="2E2E33"/>
              </a:solidFill>
            </a:ln>
          </p:spPr>
        </p:sp>
      </p:grpSp>
      <p:grpSp>
        <p:nvGrpSpPr>
          <p:cNvPr id="1581987279" name="Group 7"/>
          <p:cNvGrpSpPr/>
          <p:nvPr/>
        </p:nvGrpSpPr>
        <p:grpSpPr bwMode="auto">
          <a:xfrm>
            <a:off x="537210" y="1042035"/>
            <a:ext cx="8555741" cy="548640"/>
            <a:chOff x="537210" y="1042035"/>
            <a:chExt cx="8555741" cy="548640"/>
          </a:xfrm>
        </p:grpSpPr>
        <p:sp>
          <p:nvSpPr>
            <p:cNvPr id="6" name="TextBox 6"/>
            <p:cNvSpPr txBox="1"/>
            <p:nvPr/>
          </p:nvSpPr>
          <p:spPr bwMode="auto">
            <a:xfrm>
              <a:off x="537210" y="1042035"/>
              <a:ext cx="8555741" cy="548640"/>
            </a:xfrm>
            <a:prstGeom prst="rect">
              <a:avLst/>
            </a:prstGeom>
            <a:noFill/>
            <a:ln>
              <a:noFill/>
            </a:ln>
          </p:spPr>
          <p:txBody>
            <a:bodyPr wrap="none" lIns="0" tIns="0" rIns="0" bIns="0" anchor="t" anchorCtr="0">
              <a:spAutoFit/>
            </a:bodyPr>
            <a:lstStyle/>
            <a:p>
              <a:pPr algn="l">
                <a:defRPr/>
              </a:pPr>
              <a:r>
                <a:rPr lang="zh-CN" sz="2700" b="1">
                  <a:solidFill>
                    <a:srgbClr val="FFFFFF"/>
                  </a:solidFill>
                  <a:latin typeface="Arial"/>
                  <a:ea typeface="Microsoft YaHei"/>
                  <a:cs typeface="Arial"/>
                </a:rPr>
                <a:t>Slide 8: A Test of Direct Verbal Communication</a:t>
              </a:r>
              <a:endParaRPr/>
            </a:p>
          </p:txBody>
        </p:sp>
      </p:grpSp>
      <p:grpSp>
        <p:nvGrpSpPr>
          <p:cNvPr id="1585840035" name="Group 20"/>
          <p:cNvGrpSpPr/>
          <p:nvPr/>
        </p:nvGrpSpPr>
        <p:grpSpPr bwMode="auto">
          <a:xfrm>
            <a:off x="2286000" y="2095500"/>
            <a:ext cx="7620000" cy="2857500"/>
            <a:chOff x="2286000" y="2095500"/>
            <a:chExt cx="7620000" cy="2857500"/>
          </a:xfrm>
        </p:grpSpPr>
        <p:sp>
          <p:nvSpPr>
            <p:cNvPr id="8" name="Rectangle 8"/>
            <p:cNvSpPr/>
            <p:nvPr/>
          </p:nvSpPr>
          <p:spPr bwMode="auto">
            <a:xfrm>
              <a:off x="2286000" y="2095500"/>
              <a:ext cx="7620000" cy="2857500"/>
            </a:xfrm>
            <a:prstGeom prst="roundRect">
              <a:avLst>
                <a:gd name="adj" fmla="val 2667"/>
              </a:avLst>
            </a:prstGeom>
            <a:solidFill>
              <a:srgbClr val="1C1C1F"/>
            </a:solidFill>
            <a:ln w="19050">
              <a:solidFill>
                <a:srgbClr val="FF3333"/>
              </a:solidFill>
            </a:ln>
            <a:effectLst>
              <a:glow rad="76200">
                <a:srgbClr val="FF3333">
                  <a:alpha val="40000"/>
                </a:srgbClr>
              </a:glow>
            </a:effectLst>
          </p:spPr>
        </p:sp>
        <p:sp>
          <p:nvSpPr>
            <p:cNvPr id="9" name="Freeform 9"/>
            <p:cNvSpPr/>
            <p:nvPr/>
          </p:nvSpPr>
          <p:spPr bwMode="auto">
            <a:xfrm>
              <a:off x="2286000" y="2095500"/>
              <a:ext cx="190500" cy="190500"/>
            </a:xfrm>
            <a:custGeom>
              <a:avLst/>
              <a:gdLst/>
              <a:ahLst/>
              <a:cxnLst/>
              <a:rect l="l" t="t" r="r" b="b"/>
              <a:pathLst>
                <a:path w="190500" h="190500" fill="norm" stroke="1" extrusionOk="0">
                  <a:moveTo>
                    <a:pt x="0" y="0"/>
                  </a:moveTo>
                  <a:lnTo>
                    <a:pt x="190500" y="0"/>
                  </a:lnTo>
                  <a:lnTo>
                    <a:pt x="0" y="190500"/>
                  </a:lnTo>
                  <a:close/>
                </a:path>
              </a:pathLst>
            </a:custGeom>
            <a:solidFill>
              <a:srgbClr val="FF3333"/>
            </a:solidFill>
            <a:ln>
              <a:noFill/>
            </a:ln>
          </p:spPr>
        </p:sp>
        <p:sp>
          <p:nvSpPr>
            <p:cNvPr id="10" name="Freeform 10"/>
            <p:cNvSpPr/>
            <p:nvPr/>
          </p:nvSpPr>
          <p:spPr bwMode="auto">
            <a:xfrm>
              <a:off x="2286000" y="2095500"/>
              <a:ext cx="571500" cy="571500"/>
            </a:xfrm>
            <a:custGeom>
              <a:avLst/>
              <a:gdLst/>
              <a:ahLst/>
              <a:cxnLst/>
              <a:rect l="l" t="t" r="r" b="b"/>
              <a:pathLst>
                <a:path w="571500" h="571500" fill="norm" stroke="1" extrusionOk="0">
                  <a:moveTo>
                    <a:pt x="381000" y="0"/>
                  </a:moveTo>
                  <a:lnTo>
                    <a:pt x="571500" y="0"/>
                  </a:lnTo>
                  <a:lnTo>
                    <a:pt x="0" y="571500"/>
                  </a:lnTo>
                  <a:lnTo>
                    <a:pt x="0" y="381000"/>
                  </a:lnTo>
                  <a:close/>
                </a:path>
              </a:pathLst>
            </a:custGeom>
            <a:solidFill>
              <a:srgbClr val="FF3333"/>
            </a:solidFill>
            <a:ln>
              <a:noFill/>
            </a:ln>
          </p:spPr>
        </p:sp>
        <p:sp>
          <p:nvSpPr>
            <p:cNvPr id="11" name="Freeform 11"/>
            <p:cNvSpPr/>
            <p:nvPr/>
          </p:nvSpPr>
          <p:spPr bwMode="auto">
            <a:xfrm>
              <a:off x="2286000" y="2095500"/>
              <a:ext cx="952500" cy="952500"/>
            </a:xfrm>
            <a:custGeom>
              <a:avLst/>
              <a:gdLst/>
              <a:ahLst/>
              <a:cxnLst/>
              <a:rect l="l" t="t" r="r" b="b"/>
              <a:pathLst>
                <a:path w="952500" h="952500" fill="norm" stroke="1" extrusionOk="0">
                  <a:moveTo>
                    <a:pt x="762000" y="0"/>
                  </a:moveTo>
                  <a:lnTo>
                    <a:pt x="952500" y="0"/>
                  </a:lnTo>
                  <a:lnTo>
                    <a:pt x="0" y="952500"/>
                  </a:lnTo>
                  <a:lnTo>
                    <a:pt x="0" y="762000"/>
                  </a:lnTo>
                  <a:close/>
                </a:path>
              </a:pathLst>
            </a:custGeom>
            <a:solidFill>
              <a:srgbClr val="FF3333"/>
            </a:solidFill>
            <a:ln>
              <a:noFill/>
            </a:ln>
          </p:spPr>
        </p:sp>
        <p:sp>
          <p:nvSpPr>
            <p:cNvPr id="12" name="Freeform 12"/>
            <p:cNvSpPr/>
            <p:nvPr/>
          </p:nvSpPr>
          <p:spPr bwMode="auto">
            <a:xfrm>
              <a:off x="2286000" y="2095500"/>
              <a:ext cx="1333500" cy="1333500"/>
            </a:xfrm>
            <a:custGeom>
              <a:avLst/>
              <a:gdLst/>
              <a:ahLst/>
              <a:cxnLst/>
              <a:rect l="l" t="t" r="r" b="b"/>
              <a:pathLst>
                <a:path w="1333500" h="1333500" fill="norm" stroke="1" extrusionOk="0">
                  <a:moveTo>
                    <a:pt x="1143000" y="0"/>
                  </a:moveTo>
                  <a:lnTo>
                    <a:pt x="1333500" y="0"/>
                  </a:lnTo>
                  <a:lnTo>
                    <a:pt x="0" y="1333500"/>
                  </a:lnTo>
                  <a:lnTo>
                    <a:pt x="0" y="1143000"/>
                  </a:lnTo>
                  <a:close/>
                </a:path>
              </a:pathLst>
            </a:custGeom>
            <a:solidFill>
              <a:srgbClr val="FF3333"/>
            </a:solidFill>
            <a:ln>
              <a:noFill/>
            </a:ln>
          </p:spPr>
        </p:sp>
        <p:sp>
          <p:nvSpPr>
            <p:cNvPr id="13" name="TextBox 13"/>
            <p:cNvSpPr txBox="1"/>
            <p:nvPr/>
          </p:nvSpPr>
          <p:spPr bwMode="auto">
            <a:xfrm>
              <a:off x="4724590" y="2727960"/>
              <a:ext cx="2742819" cy="243840"/>
            </a:xfrm>
            <a:prstGeom prst="rect">
              <a:avLst/>
            </a:prstGeom>
            <a:noFill/>
            <a:ln>
              <a:noFill/>
            </a:ln>
          </p:spPr>
          <p:txBody>
            <a:bodyPr wrap="none" lIns="0" tIns="0" rIns="0" bIns="0" anchor="t" anchorCtr="0">
              <a:spAutoFit/>
            </a:bodyPr>
            <a:lstStyle/>
            <a:p>
              <a:pPr algn="ctr">
                <a:defRPr/>
              </a:pPr>
              <a:r>
                <a:rPr lang="zh-CN" sz="1200">
                  <a:solidFill>
                    <a:srgbClr val="FF3333"/>
                  </a:solidFill>
                  <a:latin typeface="Consolas"/>
                  <a:ea typeface="Microsoft YaHei"/>
                  <a:cs typeface="Consolas"/>
                </a:rPr>
                <a:t>SYSTEM_FAILURE_CODE: 0xDEADBEEF</a:t>
              </a:r>
              <a:endParaRPr/>
            </a:p>
          </p:txBody>
        </p:sp>
        <p:sp>
          <p:nvSpPr>
            <p:cNvPr id="14" name="TextBox 14"/>
            <p:cNvSpPr txBox="1"/>
            <p:nvPr/>
          </p:nvSpPr>
          <p:spPr bwMode="auto">
            <a:xfrm>
              <a:off x="4385970" y="3297555"/>
              <a:ext cx="3420061" cy="426720"/>
            </a:xfrm>
            <a:prstGeom prst="rect">
              <a:avLst/>
            </a:prstGeom>
            <a:noFill/>
            <a:ln>
              <a:noFill/>
            </a:ln>
          </p:spPr>
          <p:txBody>
            <a:bodyPr wrap="none" lIns="0" tIns="0" rIns="0" bIns="0" anchor="t" anchorCtr="0">
              <a:spAutoFit/>
            </a:bodyPr>
            <a:lstStyle/>
            <a:p>
              <a:pPr algn="ctr">
                <a:defRPr/>
              </a:pPr>
              <a:r>
                <a:rPr lang="zh-CN" sz="2100" b="1">
                  <a:solidFill>
                    <a:srgbClr val="FFFFFF"/>
                  </a:solidFill>
                  <a:latin typeface="Consolas"/>
                  <a:ea typeface="Microsoft YaHei"/>
                  <a:cs typeface="Consolas"/>
                </a:rPr>
                <a:t>[Technical Difficulties:</a:t>
              </a:r>
              <a:endParaRPr/>
            </a:p>
          </p:txBody>
        </p:sp>
        <p:sp>
          <p:nvSpPr>
            <p:cNvPr id="15" name="TextBox 15"/>
            <p:cNvSpPr txBox="1"/>
            <p:nvPr/>
          </p:nvSpPr>
          <p:spPr bwMode="auto">
            <a:xfrm>
              <a:off x="3908160" y="3726180"/>
              <a:ext cx="4375680" cy="426720"/>
            </a:xfrm>
            <a:prstGeom prst="rect">
              <a:avLst/>
            </a:prstGeom>
            <a:noFill/>
            <a:ln>
              <a:noFill/>
            </a:ln>
          </p:spPr>
          <p:txBody>
            <a:bodyPr wrap="none" lIns="0" tIns="0" rIns="0" bIns="0" anchor="t" anchorCtr="0">
              <a:spAutoFit/>
            </a:bodyPr>
            <a:lstStyle/>
            <a:p>
              <a:pPr algn="ctr">
                <a:defRPr/>
              </a:pPr>
              <a:r>
                <a:rPr lang="zh-CN" sz="2100" b="1">
                  <a:solidFill>
                    <a:srgbClr val="FFFFFF"/>
                  </a:solidFill>
                  <a:latin typeface="Consolas"/>
                  <a:ea typeface="Microsoft YaHei"/>
                  <a:cs typeface="Consolas"/>
                </a:rPr>
                <a:t>Please advance slide manually]</a:t>
              </a:r>
              <a:endParaRPr/>
            </a:p>
          </p:txBody>
        </p:sp>
        <p:grpSp>
          <p:nvGrpSpPr>
            <p:cNvPr id="19" name="Group 19"/>
            <p:cNvGrpSpPr/>
            <p:nvPr/>
          </p:nvGrpSpPr>
          <p:grpSpPr bwMode="auto">
            <a:xfrm>
              <a:off x="6010274" y="4267200"/>
              <a:ext cx="171450" cy="171450"/>
              <a:chOff x="6010274" y="4267200"/>
              <a:chExt cx="171450" cy="171450"/>
            </a:xfrm>
          </p:grpSpPr>
          <p:sp>
            <p:nvSpPr>
              <p:cNvPr id="16" name="Freeform 16"/>
              <p:cNvSpPr/>
              <p:nvPr/>
            </p:nvSpPr>
            <p:spPr bwMode="auto">
              <a:xfrm>
                <a:off x="6010274" y="4267200"/>
                <a:ext cx="171450" cy="171450"/>
              </a:xfrm>
              <a:custGeom>
                <a:avLst/>
                <a:gdLst/>
                <a:ahLst/>
                <a:cxnLst/>
                <a:rect l="l" t="t" r="r" b="b"/>
                <a:pathLst>
                  <a:path w="171450" h="171450" fill="norm" stroke="1" extrusionOk="0">
                    <a:moveTo>
                      <a:pt x="0" y="85725"/>
                    </a:moveTo>
                    <a:cubicBezTo>
                      <a:pt x="0" y="133070"/>
                      <a:pt x="38380" y="171450"/>
                      <a:pt x="85725" y="171450"/>
                    </a:cubicBezTo>
                    <a:cubicBezTo>
                      <a:pt x="133070" y="171450"/>
                      <a:pt x="171450" y="133070"/>
                      <a:pt x="171450" y="85725"/>
                    </a:cubicBezTo>
                    <a:cubicBezTo>
                      <a:pt x="171450" y="38380"/>
                      <a:pt x="133070" y="0"/>
                      <a:pt x="85725" y="0"/>
                    </a:cubicBezTo>
                    <a:cubicBezTo>
                      <a:pt x="38380" y="0"/>
                      <a:pt x="0" y="38380"/>
                      <a:pt x="0" y="85725"/>
                    </a:cubicBezTo>
                  </a:path>
                </a:pathLst>
              </a:custGeom>
              <a:noFill/>
              <a:ln w="19050">
                <a:solidFill>
                  <a:srgbClr val="FF3333"/>
                </a:solidFill>
              </a:ln>
            </p:spPr>
          </p:sp>
          <p:sp>
            <p:nvSpPr>
              <p:cNvPr id="17" name="Freeform 17"/>
              <p:cNvSpPr/>
              <p:nvPr/>
            </p:nvSpPr>
            <p:spPr bwMode="auto">
              <a:xfrm>
                <a:off x="6096000" y="4314825"/>
                <a:ext cx="9525" cy="38100"/>
              </a:xfrm>
              <a:custGeom>
                <a:avLst/>
                <a:gdLst/>
                <a:ahLst/>
                <a:cxnLst/>
                <a:rect l="l" t="t" r="r" b="b"/>
                <a:pathLst>
                  <a:path w="9525" h="38100" fill="norm" stroke="1" extrusionOk="0">
                    <a:moveTo>
                      <a:pt x="0" y="0"/>
                    </a:moveTo>
                    <a:lnTo>
                      <a:pt x="0" y="38100"/>
                    </a:lnTo>
                  </a:path>
                </a:pathLst>
              </a:custGeom>
              <a:noFill/>
              <a:ln w="19050">
                <a:solidFill>
                  <a:srgbClr val="FF3333"/>
                </a:solidFill>
              </a:ln>
            </p:spPr>
          </p:sp>
          <p:sp>
            <p:nvSpPr>
              <p:cNvPr id="18" name="Freeform 18"/>
              <p:cNvSpPr/>
              <p:nvPr/>
            </p:nvSpPr>
            <p:spPr bwMode="auto">
              <a:xfrm>
                <a:off x="6096000" y="4391025"/>
                <a:ext cx="9525" cy="9525"/>
              </a:xfrm>
              <a:custGeom>
                <a:avLst/>
                <a:gdLst/>
                <a:ahLst/>
                <a:cxnLst/>
                <a:rect l="l" t="t" r="r" b="b"/>
                <a:pathLst>
                  <a:path w="9525" h="9525" fill="norm" stroke="1" extrusionOk="0">
                    <a:moveTo>
                      <a:pt x="0" y="0"/>
                    </a:moveTo>
                    <a:lnTo>
                      <a:pt x="95" y="0"/>
                    </a:lnTo>
                  </a:path>
                </a:pathLst>
              </a:custGeom>
              <a:noFill/>
              <a:ln w="19050">
                <a:solidFill>
                  <a:srgbClr val="FF3333"/>
                </a:solidFill>
              </a:ln>
            </p:spPr>
          </p:sp>
        </p:grpSp>
      </p:grpSp>
      <p:grpSp>
        <p:nvGrpSpPr>
          <p:cNvPr id="3355321" name="Group 22"/>
          <p:cNvGrpSpPr/>
          <p:nvPr/>
        </p:nvGrpSpPr>
        <p:grpSpPr bwMode="auto">
          <a:xfrm>
            <a:off x="3593854" y="5268278"/>
            <a:ext cx="5004292" cy="213360"/>
            <a:chOff x="3593854" y="5268278"/>
            <a:chExt cx="5004292" cy="213360"/>
          </a:xfrm>
        </p:grpSpPr>
        <p:sp>
          <p:nvSpPr>
            <p:cNvPr id="21" name="TextBox 21"/>
            <p:cNvSpPr txBox="1"/>
            <p:nvPr/>
          </p:nvSpPr>
          <p:spPr bwMode="auto">
            <a:xfrm>
              <a:off x="3593854" y="5268278"/>
              <a:ext cx="5004292" cy="213360"/>
            </a:xfrm>
            <a:prstGeom prst="rect">
              <a:avLst/>
            </a:prstGeom>
            <a:noFill/>
            <a:ln>
              <a:noFill/>
            </a:ln>
          </p:spPr>
          <p:txBody>
            <a:bodyPr wrap="none" lIns="0" tIns="0" rIns="0" bIns="0" anchor="t" anchorCtr="0">
              <a:spAutoFit/>
            </a:bodyPr>
            <a:lstStyle/>
            <a:p>
              <a:pPr algn="ctr">
                <a:defRPr/>
              </a:pPr>
              <a:r>
                <a:rPr lang="zh-CN" sz="1050">
                  <a:solidFill>
                    <a:srgbClr val="71717A"/>
                  </a:solidFill>
                  <a:latin typeface="Arial"/>
                  <a:ea typeface="Microsoft YaHei"/>
                  <a:cs typeface="Arial"/>
                </a:rPr>
                <a:t>*Manual slide override test. Presenter verbal cue: 'Next slide, please.'</a:t>
              </a:r>
              <a:endParaRPr/>
            </a:p>
          </p:txBody>
        </p:sp>
      </p:grpSp>
      <p:grpSp>
        <p:nvGrpSpPr>
          <p:cNvPr id="1634323648" name="Group 26"/>
          <p:cNvGrpSpPr/>
          <p:nvPr/>
        </p:nvGrpSpPr>
        <p:grpSpPr bwMode="auto">
          <a:xfrm>
            <a:off x="560070" y="6238875"/>
            <a:ext cx="11071860" cy="323850"/>
            <a:chOff x="560070" y="6238875"/>
            <a:chExt cx="11071860" cy="323850"/>
          </a:xfrm>
        </p:grpSpPr>
        <p:sp>
          <p:nvSpPr>
            <p:cNvPr id="23" name="Line 23"/>
            <p:cNvSpPr/>
            <p:nvPr/>
          </p:nvSpPr>
          <p:spPr bwMode="auto">
            <a:xfrm>
              <a:off x="571500" y="6238875"/>
              <a:ext cx="11049000" cy="9525"/>
            </a:xfrm>
            <a:custGeom>
              <a:avLst/>
              <a:gdLst/>
              <a:ahLst/>
              <a:cxnLst/>
              <a:rect l="l" t="t" r="r" b="b"/>
              <a:pathLst>
                <a:path w="11049000" h="9525" fill="norm" stroke="1" extrusionOk="0">
                  <a:moveTo>
                    <a:pt x="0" y="0"/>
                  </a:moveTo>
                  <a:lnTo>
                    <a:pt x="11049000" y="0"/>
                  </a:lnTo>
                </a:path>
              </a:pathLst>
            </a:custGeom>
            <a:noFill/>
            <a:ln w="14288">
              <a:solidFill>
                <a:srgbClr val="2E2E33"/>
              </a:solidFill>
            </a:ln>
          </p:spPr>
        </p:sp>
        <p:sp>
          <p:nvSpPr>
            <p:cNvPr id="24" name="TextBox 24"/>
            <p:cNvSpPr txBox="1"/>
            <p:nvPr/>
          </p:nvSpPr>
          <p:spPr bwMode="auto">
            <a:xfrm>
              <a:off x="560070" y="6379845"/>
              <a:ext cx="2813209" cy="182880"/>
            </a:xfrm>
            <a:prstGeom prst="rect">
              <a:avLst/>
            </a:prstGeom>
            <a:noFill/>
            <a:ln>
              <a:noFill/>
            </a:ln>
          </p:spPr>
          <p:txBody>
            <a:bodyPr wrap="none" lIns="0" tIns="0" rIns="0" bIns="0" anchor="t" anchorCtr="0">
              <a:spAutoFit/>
            </a:bodyPr>
            <a:lstStyle/>
            <a:p>
              <a:pPr algn="l">
                <a:defRPr/>
              </a:pPr>
              <a:r>
                <a:rPr lang="zh-CN" sz="900">
                  <a:solidFill>
                    <a:srgbClr val="71717A"/>
                  </a:solidFill>
                  <a:latin typeface="Consolas"/>
                  <a:ea typeface="Microsoft YaHei"/>
                  <a:cs typeface="Consolas"/>
                </a:rPr>
                <a:t>VERBAL_CUE_TEST: MANUAL_TRANSITION_REQUIRED</a:t>
              </a:r>
              <a:endParaRPr/>
            </a:p>
          </p:txBody>
        </p:sp>
        <p:sp>
          <p:nvSpPr>
            <p:cNvPr id="25" name="TextBox 25"/>
            <p:cNvSpPr txBox="1"/>
            <p:nvPr/>
          </p:nvSpPr>
          <p:spPr bwMode="auto">
            <a:xfrm>
              <a:off x="10810970" y="6379845"/>
              <a:ext cx="820960" cy="182880"/>
            </a:xfrm>
            <a:prstGeom prst="rect">
              <a:avLst/>
            </a:prstGeom>
            <a:noFill/>
            <a:ln>
              <a:noFill/>
            </a:ln>
          </p:spPr>
          <p:txBody>
            <a:bodyPr wrap="none" lIns="0" tIns="0" rIns="0" bIns="0" anchor="t" anchorCtr="0">
              <a:spAutoFit/>
            </a:bodyPr>
            <a:lstStyle/>
            <a:p>
              <a:pPr algn="r">
                <a:defRPr/>
              </a:pPr>
              <a:r>
                <a:rPr lang="zh-CN" sz="900">
                  <a:solidFill>
                    <a:srgbClr val="71717A"/>
                  </a:solidFill>
                  <a:latin typeface="Consolas"/>
                  <a:ea typeface="Microsoft YaHei"/>
                  <a:cs typeface="Consolas"/>
                </a:rPr>
                <a:t>PAGE_08 // 13</a:t>
              </a:r>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400" advClick="1">
        <p:fade thruBlk="0"/>
      </p:transition>
    </mc:Choice>
    <mc:Fallback>
      <p:transition spd="fast" advClick="1">
        <p:fade thruBlk="0"/>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581987279"/>
                                        </p:tgtEl>
                                        <p:attrNameLst>
                                          <p:attrName>style.visibility</p:attrName>
                                        </p:attrNameLst>
                                      </p:cBhvr>
                                      <p:to>
                                        <p:strVal val="visible"/>
                                      </p:to>
                                    </p:set>
                                    <p:animEffect transition="in" filter="fade">
                                      <p:cBhvr>
                                        <p:cTn id="7" dur="400"/>
                                        <p:tgtEl>
                                          <p:spTgt spid="1581987279"/>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1585840035"/>
                                        </p:tgtEl>
                                        <p:attrNameLst>
                                          <p:attrName>style.visibility</p:attrName>
                                        </p:attrNameLst>
                                      </p:cBhvr>
                                      <p:to>
                                        <p:strVal val="visible"/>
                                      </p:to>
                                    </p:set>
                                    <p:animEffect transition="in" filter="image">
                                      <p:cBhvr>
                                        <p:cTn id="11" dur="400"/>
                                        <p:tgtEl>
                                          <p:spTgt spid="1585840035"/>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3355321"/>
                                        </p:tgtEl>
                                        <p:attrNameLst>
                                          <p:attrName>style.visibility</p:attrName>
                                        </p:attrNameLst>
                                      </p:cBhvr>
                                      <p:to>
                                        <p:strVal val="visible"/>
                                      </p:to>
                                    </p:set>
                                    <p:animEffect transition="in" filter="fade">
                                      <p:cBhvr>
                                        <p:cTn id="15" dur="400"/>
                                        <p:tgtEl>
                                          <p:spTgt spid="33553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1987279" grpId="0"/>
      <p:bldP spid="1585840035" grpId="0"/>
      <p:bldP spid="3355321" grpId="0"/>
    </p:bld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8720215" name="Rectangle 2"/>
          <p:cNvSpPr/>
          <p:nvPr/>
        </p:nvSpPr>
        <p:spPr bwMode="auto">
          <a:xfrm>
            <a:off x="0" y="0"/>
            <a:ext cx="12192000" cy="6858000"/>
          </a:xfrm>
          <a:prstGeom prst="rect">
            <a:avLst/>
          </a:prstGeom>
          <a:pattFill prst="lgGrid">
            <a:fgClr>
              <a:srgbClr val="242428"/>
            </a:fgClr>
            <a:bgClr>
              <a:srgbClr val="121214"/>
            </a:bgClr>
          </a:pattFill>
          <a:ln>
            <a:noFill/>
          </a:ln>
        </p:spPr>
      </p:sp>
      <p:grpSp>
        <p:nvGrpSpPr>
          <p:cNvPr id="1804829932" name="Group 5"/>
          <p:cNvGrpSpPr/>
          <p:nvPr/>
        </p:nvGrpSpPr>
        <p:grpSpPr bwMode="auto">
          <a:xfrm>
            <a:off x="560070" y="379095"/>
            <a:ext cx="11060430" cy="249555"/>
            <a:chOff x="560070" y="379095"/>
            <a:chExt cx="11060430" cy="249555"/>
          </a:xfrm>
        </p:grpSpPr>
        <p:sp>
          <p:nvSpPr>
            <p:cNvPr id="3" name="TextBox 3"/>
            <p:cNvSpPr txBox="1"/>
            <p:nvPr/>
          </p:nvSpPr>
          <p:spPr bwMode="auto">
            <a:xfrm>
              <a:off x="560070" y="379095"/>
              <a:ext cx="1967103" cy="182880"/>
            </a:xfrm>
            <a:prstGeom prst="rect">
              <a:avLst/>
            </a:prstGeom>
            <a:noFill/>
            <a:ln>
              <a:noFill/>
            </a:ln>
          </p:spPr>
          <p:txBody>
            <a:bodyPr wrap="none" lIns="0" tIns="0" rIns="0" bIns="0" anchor="t" anchorCtr="0">
              <a:spAutoFit/>
            </a:bodyPr>
            <a:lstStyle/>
            <a:p>
              <a:pPr algn="l">
                <a:defRPr/>
              </a:pPr>
              <a:r>
                <a:rPr lang="zh-CN" sz="900">
                  <a:solidFill>
                    <a:srgbClr val="71717A"/>
                  </a:solidFill>
                  <a:latin typeface="Consolas"/>
                  <a:ea typeface="Microsoft YaHei"/>
                  <a:cs typeface="Consolas"/>
                </a:rPr>
                <a:t>SYS.COMPETITIVE_ANALYSIS // P09</a:t>
              </a:r>
              <a:endParaRPr/>
            </a:p>
          </p:txBody>
        </p:sp>
        <p:sp>
          <p:nvSpPr>
            <p:cNvPr id="4" name="Line 4"/>
            <p:cNvSpPr/>
            <p:nvPr/>
          </p:nvSpPr>
          <p:spPr bwMode="auto">
            <a:xfrm>
              <a:off x="571500" y="619125"/>
              <a:ext cx="11049000" cy="9525"/>
            </a:xfrm>
            <a:custGeom>
              <a:avLst/>
              <a:gdLst/>
              <a:ahLst/>
              <a:cxnLst/>
              <a:rect l="l" t="t" r="r" b="b"/>
              <a:pathLst>
                <a:path w="11049000" h="9525" fill="norm" stroke="1" extrusionOk="0">
                  <a:moveTo>
                    <a:pt x="0" y="0"/>
                  </a:moveTo>
                  <a:lnTo>
                    <a:pt x="11049000" y="0"/>
                  </a:lnTo>
                </a:path>
              </a:pathLst>
            </a:custGeom>
            <a:noFill/>
            <a:ln w="14288">
              <a:solidFill>
                <a:srgbClr val="2E2E33"/>
              </a:solidFill>
            </a:ln>
          </p:spPr>
        </p:sp>
      </p:grpSp>
      <p:grpSp>
        <p:nvGrpSpPr>
          <p:cNvPr id="159235125" name="Group 8"/>
          <p:cNvGrpSpPr/>
          <p:nvPr/>
        </p:nvGrpSpPr>
        <p:grpSpPr bwMode="auto">
          <a:xfrm>
            <a:off x="537210" y="1042035"/>
            <a:ext cx="8102084" cy="691515"/>
            <a:chOff x="537210" y="1042035"/>
            <a:chExt cx="8102084" cy="691515"/>
          </a:xfrm>
        </p:grpSpPr>
        <p:sp>
          <p:nvSpPr>
            <p:cNvPr id="6" name="TextBox 6"/>
            <p:cNvSpPr txBox="1"/>
            <p:nvPr/>
          </p:nvSpPr>
          <p:spPr bwMode="auto">
            <a:xfrm>
              <a:off x="537210" y="1042035"/>
              <a:ext cx="8102084" cy="548640"/>
            </a:xfrm>
            <a:prstGeom prst="rect">
              <a:avLst/>
            </a:prstGeom>
            <a:noFill/>
            <a:ln>
              <a:noFill/>
            </a:ln>
          </p:spPr>
          <p:txBody>
            <a:bodyPr wrap="none" lIns="0" tIns="0" rIns="0" bIns="0" anchor="t" anchorCtr="0">
              <a:spAutoFit/>
            </a:bodyPr>
            <a:lstStyle/>
            <a:p>
              <a:pPr algn="l">
                <a:defRPr/>
              </a:pPr>
              <a:r>
                <a:rPr lang="zh-CN" sz="2700" b="1">
                  <a:solidFill>
                    <a:srgbClr val="FFFFFF"/>
                  </a:solidFill>
                  <a:latin typeface="Arial"/>
                  <a:ea typeface="Microsoft YaHei"/>
                  <a:cs typeface="Arial"/>
                </a:rPr>
                <a:t>Comparative Analysis: Me vs. Everyone Else</a:t>
              </a:r>
              <a:endParaRPr/>
            </a:p>
          </p:txBody>
        </p:sp>
        <p:sp>
          <p:nvSpPr>
            <p:cNvPr id="7" name="TextBox 7"/>
            <p:cNvSpPr txBox="1"/>
            <p:nvPr/>
          </p:nvSpPr>
          <p:spPr bwMode="auto">
            <a:xfrm>
              <a:off x="556260" y="1489710"/>
              <a:ext cx="4182999" cy="243840"/>
            </a:xfrm>
            <a:prstGeom prst="rect">
              <a:avLst/>
            </a:prstGeom>
            <a:noFill/>
            <a:ln>
              <a:noFill/>
            </a:ln>
          </p:spPr>
          <p:txBody>
            <a:bodyPr wrap="none" lIns="0" tIns="0" rIns="0" bIns="0" anchor="t" anchorCtr="0">
              <a:spAutoFit/>
            </a:bodyPr>
            <a:lstStyle/>
            <a:p>
              <a:pPr algn="l">
                <a:defRPr/>
              </a:pPr>
              <a:r>
                <a:rPr lang="zh-CN" sz="1200">
                  <a:solidFill>
                    <a:srgbClr val="A0A0AB"/>
                  </a:solidFill>
                  <a:latin typeface="Arial"/>
                  <a:ea typeface="Microsoft YaHei"/>
                  <a:cs typeface="Arial"/>
                </a:rPr>
                <a:t>Table grid line rendering test and cell borders check.</a:t>
              </a:r>
              <a:endParaRPr/>
            </a:p>
          </p:txBody>
        </p:sp>
      </p:grpSp>
      <p:grpSp>
        <p:nvGrpSpPr>
          <p:cNvPr id="1707420363" name="Group 35"/>
          <p:cNvGrpSpPr/>
          <p:nvPr/>
        </p:nvGrpSpPr>
        <p:grpSpPr bwMode="auto">
          <a:xfrm>
            <a:off x="1333500" y="2095500"/>
            <a:ext cx="9525000" cy="2952750"/>
            <a:chOff x="1333500" y="2095500"/>
            <a:chExt cx="9525000" cy="2952750"/>
          </a:xfrm>
        </p:grpSpPr>
        <p:sp>
          <p:nvSpPr>
            <p:cNvPr id="9" name="Rectangle 9"/>
            <p:cNvSpPr/>
            <p:nvPr/>
          </p:nvSpPr>
          <p:spPr bwMode="auto">
            <a:xfrm>
              <a:off x="1333500" y="2095500"/>
              <a:ext cx="9525000" cy="2952750"/>
            </a:xfrm>
            <a:prstGeom prst="roundRect">
              <a:avLst>
                <a:gd name="adj" fmla="val 2581"/>
              </a:avLst>
            </a:prstGeom>
            <a:solidFill>
              <a:srgbClr val="1C1C1F"/>
            </a:solidFill>
            <a:ln w="14288">
              <a:solidFill>
                <a:srgbClr val="2E2E33"/>
              </a:solidFill>
            </a:ln>
          </p:spPr>
        </p:sp>
        <p:sp>
          <p:nvSpPr>
            <p:cNvPr id="10" name="Rectangle 10"/>
            <p:cNvSpPr/>
            <p:nvPr/>
          </p:nvSpPr>
          <p:spPr bwMode="auto">
            <a:xfrm>
              <a:off x="1333500" y="2095500"/>
              <a:ext cx="9525000" cy="571500"/>
            </a:xfrm>
            <a:prstGeom prst="roundRect">
              <a:avLst>
                <a:gd name="adj" fmla="val 13333"/>
              </a:avLst>
            </a:prstGeom>
            <a:solidFill>
              <a:srgbClr val="121214"/>
            </a:solidFill>
            <a:ln>
              <a:noFill/>
            </a:ln>
          </p:spPr>
        </p:sp>
        <p:sp>
          <p:nvSpPr>
            <p:cNvPr id="11" name="Rectangle 11"/>
            <p:cNvSpPr/>
            <p:nvPr/>
          </p:nvSpPr>
          <p:spPr bwMode="auto">
            <a:xfrm>
              <a:off x="4667250" y="2095500"/>
              <a:ext cx="3048000" cy="2952750"/>
            </a:xfrm>
            <a:prstGeom prst="rect">
              <a:avLst/>
            </a:prstGeom>
            <a:solidFill>
              <a:srgbClr val="00E5FF">
                <a:alpha val="3000"/>
              </a:srgbClr>
            </a:solidFill>
            <a:ln w="14288">
              <a:solidFill>
                <a:srgbClr val="00E5FF">
                  <a:alpha val="30000"/>
                </a:srgbClr>
              </a:solidFill>
            </a:ln>
          </p:spPr>
        </p:sp>
        <p:sp>
          <p:nvSpPr>
            <p:cNvPr id="12" name="TextBox 12"/>
            <p:cNvSpPr txBox="1"/>
            <p:nvPr/>
          </p:nvSpPr>
          <p:spPr bwMode="auto">
            <a:xfrm>
              <a:off x="1697355" y="2311718"/>
              <a:ext cx="762031" cy="274320"/>
            </a:xfrm>
            <a:prstGeom prst="rect">
              <a:avLst/>
            </a:prstGeom>
            <a:noFill/>
            <a:ln>
              <a:noFill/>
            </a:ln>
          </p:spPr>
          <p:txBody>
            <a:bodyPr wrap="none" lIns="0" tIns="0" rIns="0" bIns="0" anchor="t" anchorCtr="0">
              <a:spAutoFit/>
            </a:bodyPr>
            <a:lstStyle/>
            <a:p>
              <a:pPr algn="l">
                <a:defRPr/>
              </a:pPr>
              <a:r>
                <a:rPr lang="zh-CN" sz="1350" b="1">
                  <a:solidFill>
                    <a:srgbClr val="71717A"/>
                  </a:solidFill>
                  <a:latin typeface="Arial"/>
                  <a:ea typeface="Microsoft YaHei"/>
                  <a:cs typeface="Arial"/>
                </a:rPr>
                <a:t>Feature</a:t>
              </a:r>
              <a:endParaRPr/>
            </a:p>
          </p:txBody>
        </p:sp>
        <p:sp>
          <p:nvSpPr>
            <p:cNvPr id="13" name="TextBox 13"/>
            <p:cNvSpPr txBox="1"/>
            <p:nvPr/>
          </p:nvSpPr>
          <p:spPr bwMode="auto">
            <a:xfrm>
              <a:off x="6051240" y="2311718"/>
              <a:ext cx="280021" cy="274320"/>
            </a:xfrm>
            <a:prstGeom prst="rect">
              <a:avLst/>
            </a:prstGeom>
            <a:noFill/>
            <a:ln>
              <a:noFill/>
            </a:ln>
          </p:spPr>
          <p:txBody>
            <a:bodyPr wrap="none" lIns="0" tIns="0" rIns="0" bIns="0" anchor="t" anchorCtr="0">
              <a:spAutoFit/>
            </a:bodyPr>
            <a:lstStyle/>
            <a:p>
              <a:pPr algn="ctr">
                <a:defRPr/>
              </a:pPr>
              <a:r>
                <a:rPr lang="zh-CN" sz="1350" b="1">
                  <a:solidFill>
                    <a:srgbClr val="00E5FF"/>
                  </a:solidFill>
                  <a:latin typeface="Arial"/>
                  <a:ea typeface="Microsoft YaHei"/>
                  <a:cs typeface="Arial"/>
                </a:rPr>
                <a:t>Me</a:t>
              </a:r>
              <a:endParaRPr/>
            </a:p>
          </p:txBody>
        </p:sp>
        <p:sp>
          <p:nvSpPr>
            <p:cNvPr id="14" name="TextBox 14"/>
            <p:cNvSpPr txBox="1"/>
            <p:nvPr/>
          </p:nvSpPr>
          <p:spPr bwMode="auto">
            <a:xfrm>
              <a:off x="8891314" y="2311718"/>
              <a:ext cx="695873" cy="274320"/>
            </a:xfrm>
            <a:prstGeom prst="rect">
              <a:avLst/>
            </a:prstGeom>
            <a:noFill/>
            <a:ln>
              <a:noFill/>
            </a:ln>
          </p:spPr>
          <p:txBody>
            <a:bodyPr wrap="none" lIns="0" tIns="0" rIns="0" bIns="0" anchor="t" anchorCtr="0">
              <a:spAutoFit/>
            </a:bodyPr>
            <a:lstStyle/>
            <a:p>
              <a:pPr algn="ctr">
                <a:defRPr/>
              </a:pPr>
              <a:r>
                <a:rPr lang="zh-CN" sz="1350" b="1">
                  <a:solidFill>
                    <a:srgbClr val="FFFFFF"/>
                  </a:solidFill>
                  <a:latin typeface="Arial"/>
                  <a:ea typeface="Microsoft YaHei"/>
                  <a:cs typeface="Arial"/>
                </a:rPr>
                <a:t>Others</a:t>
              </a:r>
              <a:endParaRPr/>
            </a:p>
          </p:txBody>
        </p:sp>
        <p:sp>
          <p:nvSpPr>
            <p:cNvPr id="15" name="Line 15"/>
            <p:cNvSpPr/>
            <p:nvPr/>
          </p:nvSpPr>
          <p:spPr bwMode="auto">
            <a:xfrm>
              <a:off x="1333500" y="2667000"/>
              <a:ext cx="9525000" cy="9525"/>
            </a:xfrm>
            <a:custGeom>
              <a:avLst/>
              <a:gdLst/>
              <a:ahLst/>
              <a:cxnLst/>
              <a:rect l="l" t="t" r="r" b="b"/>
              <a:pathLst>
                <a:path w="9525000" h="9525" fill="norm" stroke="1" extrusionOk="0">
                  <a:moveTo>
                    <a:pt x="0" y="0"/>
                  </a:moveTo>
                  <a:lnTo>
                    <a:pt x="9525000" y="0"/>
                  </a:lnTo>
                </a:path>
              </a:pathLst>
            </a:custGeom>
            <a:noFill/>
            <a:ln w="14288">
              <a:solidFill>
                <a:srgbClr val="2E2E33"/>
              </a:solidFill>
            </a:ln>
          </p:spPr>
        </p:sp>
        <p:sp>
          <p:nvSpPr>
            <p:cNvPr id="16" name="Line 16"/>
            <p:cNvSpPr/>
            <p:nvPr/>
          </p:nvSpPr>
          <p:spPr bwMode="auto">
            <a:xfrm>
              <a:off x="1333500" y="3238500"/>
              <a:ext cx="9525000" cy="9525"/>
            </a:xfrm>
            <a:custGeom>
              <a:avLst/>
              <a:gdLst/>
              <a:ahLst/>
              <a:cxnLst/>
              <a:rect l="l" t="t" r="r" b="b"/>
              <a:pathLst>
                <a:path w="9525000" h="9525" fill="norm" stroke="1" extrusionOk="0">
                  <a:moveTo>
                    <a:pt x="0" y="0"/>
                  </a:moveTo>
                  <a:lnTo>
                    <a:pt x="9525000" y="0"/>
                  </a:lnTo>
                </a:path>
              </a:pathLst>
            </a:custGeom>
            <a:noFill/>
            <a:ln w="9525">
              <a:solidFill>
                <a:srgbClr val="2E2E33"/>
              </a:solidFill>
            </a:ln>
          </p:spPr>
        </p:sp>
        <p:sp>
          <p:nvSpPr>
            <p:cNvPr id="17" name="Line 17"/>
            <p:cNvSpPr/>
            <p:nvPr/>
          </p:nvSpPr>
          <p:spPr bwMode="auto">
            <a:xfrm>
              <a:off x="1333500" y="3810000"/>
              <a:ext cx="9525000" cy="9525"/>
            </a:xfrm>
            <a:custGeom>
              <a:avLst/>
              <a:gdLst/>
              <a:ahLst/>
              <a:cxnLst/>
              <a:rect l="l" t="t" r="r" b="b"/>
              <a:pathLst>
                <a:path w="9525000" h="9525" fill="norm" stroke="1" extrusionOk="0">
                  <a:moveTo>
                    <a:pt x="0" y="0"/>
                  </a:moveTo>
                  <a:lnTo>
                    <a:pt x="9525000" y="0"/>
                  </a:lnTo>
                </a:path>
              </a:pathLst>
            </a:custGeom>
            <a:noFill/>
            <a:ln w="9525">
              <a:solidFill>
                <a:srgbClr val="2E2E33"/>
              </a:solidFill>
            </a:ln>
          </p:spPr>
        </p:sp>
        <p:sp>
          <p:nvSpPr>
            <p:cNvPr id="18" name="Line 18"/>
            <p:cNvSpPr/>
            <p:nvPr/>
          </p:nvSpPr>
          <p:spPr bwMode="auto">
            <a:xfrm>
              <a:off x="1333500" y="4381500"/>
              <a:ext cx="9525000" cy="9525"/>
            </a:xfrm>
            <a:custGeom>
              <a:avLst/>
              <a:gdLst/>
              <a:ahLst/>
              <a:cxnLst/>
              <a:rect l="l" t="t" r="r" b="b"/>
              <a:pathLst>
                <a:path w="9525000" h="9525" fill="norm" stroke="1" extrusionOk="0">
                  <a:moveTo>
                    <a:pt x="0" y="0"/>
                  </a:moveTo>
                  <a:lnTo>
                    <a:pt x="9525000" y="0"/>
                  </a:lnTo>
                </a:path>
              </a:pathLst>
            </a:custGeom>
            <a:noFill/>
            <a:ln w="9525">
              <a:solidFill>
                <a:srgbClr val="2E2E33"/>
              </a:solidFill>
            </a:ln>
          </p:spPr>
        </p:sp>
        <p:grpSp>
          <p:nvGrpSpPr>
            <p:cNvPr id="22" name="Group 22"/>
            <p:cNvGrpSpPr/>
            <p:nvPr/>
          </p:nvGrpSpPr>
          <p:grpSpPr bwMode="auto">
            <a:xfrm>
              <a:off x="1697355" y="2883218"/>
              <a:ext cx="7950589" cy="274320"/>
              <a:chOff x="1697355" y="2883218"/>
              <a:chExt cx="7950589" cy="274320"/>
            </a:xfrm>
          </p:grpSpPr>
          <p:sp>
            <p:nvSpPr>
              <p:cNvPr id="19" name="TextBox 19"/>
              <p:cNvSpPr txBox="1"/>
              <p:nvPr/>
            </p:nvSpPr>
            <p:spPr bwMode="auto">
              <a:xfrm>
                <a:off x="1697355" y="2883218"/>
                <a:ext cx="817388" cy="274320"/>
              </a:xfrm>
              <a:prstGeom prst="rect">
                <a:avLst/>
              </a:prstGeom>
              <a:noFill/>
              <a:ln>
                <a:noFill/>
              </a:ln>
            </p:spPr>
            <p:txBody>
              <a:bodyPr wrap="none" lIns="0" tIns="0" rIns="0" bIns="0" anchor="t" anchorCtr="0">
                <a:spAutoFit/>
              </a:bodyPr>
              <a:lstStyle/>
              <a:p>
                <a:pPr algn="l">
                  <a:defRPr/>
                </a:pPr>
                <a:r>
                  <a:rPr lang="zh-CN" sz="1350">
                    <a:solidFill>
                      <a:srgbClr val="FFFFFF"/>
                    </a:solidFill>
                    <a:latin typeface="Arial"/>
                    <a:ea typeface="Microsoft YaHei"/>
                    <a:cs typeface="Arial"/>
                  </a:rPr>
                  <a:t>Charisma</a:t>
                </a:r>
                <a:endParaRPr/>
              </a:p>
            </p:txBody>
          </p:sp>
          <p:sp>
            <p:nvSpPr>
              <p:cNvPr id="20" name="TextBox 20"/>
              <p:cNvSpPr txBox="1"/>
              <p:nvPr/>
            </p:nvSpPr>
            <p:spPr bwMode="auto">
              <a:xfrm>
                <a:off x="5758253" y="2883218"/>
                <a:ext cx="865994" cy="274320"/>
              </a:xfrm>
              <a:prstGeom prst="rect">
                <a:avLst/>
              </a:prstGeom>
              <a:noFill/>
              <a:ln>
                <a:noFill/>
              </a:ln>
            </p:spPr>
            <p:txBody>
              <a:bodyPr wrap="none" lIns="0" tIns="0" rIns="0" bIns="0" anchor="t" anchorCtr="0">
                <a:spAutoFit/>
              </a:bodyPr>
              <a:lstStyle/>
              <a:p>
                <a:pPr algn="ctr">
                  <a:defRPr/>
                </a:pPr>
                <a:r>
                  <a:rPr lang="zh-CN" sz="1350" b="1">
                    <a:solidFill>
                      <a:srgbClr val="00E5FF"/>
                    </a:solidFill>
                    <a:latin typeface="Arial"/>
                    <a:ea typeface="Microsoft YaHei"/>
                    <a:cs typeface="Arial"/>
                  </a:rPr>
                  <a:t>Unlimited</a:t>
                </a:r>
                <a:endParaRPr/>
              </a:p>
            </p:txBody>
          </p:sp>
          <p:sp>
            <p:nvSpPr>
              <p:cNvPr id="21" name="TextBox 21"/>
              <p:cNvSpPr txBox="1"/>
              <p:nvPr/>
            </p:nvSpPr>
            <p:spPr bwMode="auto">
              <a:xfrm>
                <a:off x="8830556" y="2883218"/>
                <a:ext cx="817388" cy="274320"/>
              </a:xfrm>
              <a:prstGeom prst="rect">
                <a:avLst/>
              </a:prstGeom>
              <a:noFill/>
              <a:ln>
                <a:noFill/>
              </a:ln>
            </p:spPr>
            <p:txBody>
              <a:bodyPr wrap="none" lIns="0" tIns="0" rIns="0" bIns="0" anchor="t" anchorCtr="0">
                <a:spAutoFit/>
              </a:bodyPr>
              <a:lstStyle/>
              <a:p>
                <a:pPr algn="ctr">
                  <a:defRPr/>
                </a:pPr>
                <a:r>
                  <a:rPr lang="zh-CN" sz="1350">
                    <a:solidFill>
                      <a:srgbClr val="A0A0AB"/>
                    </a:solidFill>
                    <a:latin typeface="Arial"/>
                    <a:ea typeface="Microsoft YaHei"/>
                    <a:cs typeface="Arial"/>
                  </a:rPr>
                  <a:t>Mediocre</a:t>
                </a:r>
                <a:endParaRPr/>
              </a:p>
            </p:txBody>
          </p:sp>
        </p:grpSp>
        <p:grpSp>
          <p:nvGrpSpPr>
            <p:cNvPr id="26" name="Group 26"/>
            <p:cNvGrpSpPr/>
            <p:nvPr/>
          </p:nvGrpSpPr>
          <p:grpSpPr bwMode="auto">
            <a:xfrm>
              <a:off x="1697355" y="3454718"/>
              <a:ext cx="7784068" cy="274320"/>
              <a:chOff x="1697355" y="3454718"/>
              <a:chExt cx="7784068" cy="274320"/>
            </a:xfrm>
          </p:grpSpPr>
          <p:sp>
            <p:nvSpPr>
              <p:cNvPr id="23" name="TextBox 23"/>
              <p:cNvSpPr txBox="1"/>
              <p:nvPr/>
            </p:nvSpPr>
            <p:spPr bwMode="auto">
              <a:xfrm>
                <a:off x="1697355" y="3454718"/>
                <a:ext cx="1528477" cy="274320"/>
              </a:xfrm>
              <a:prstGeom prst="rect">
                <a:avLst/>
              </a:prstGeom>
              <a:noFill/>
              <a:ln>
                <a:noFill/>
              </a:ln>
            </p:spPr>
            <p:txBody>
              <a:bodyPr wrap="none" lIns="0" tIns="0" rIns="0" bIns="0" anchor="t" anchorCtr="0">
                <a:spAutoFit/>
              </a:bodyPr>
              <a:lstStyle/>
              <a:p>
                <a:pPr algn="l">
                  <a:defRPr/>
                </a:pPr>
                <a:r>
                  <a:rPr lang="zh-CN" sz="1350">
                    <a:solidFill>
                      <a:srgbClr val="FFFFFF"/>
                    </a:solidFill>
                    <a:latin typeface="Arial"/>
                    <a:ea typeface="Microsoft YaHei"/>
                    <a:cs typeface="Arial"/>
                  </a:rPr>
                  <a:t>PowerPoint Skills</a:t>
                </a:r>
                <a:endParaRPr/>
              </a:p>
            </p:txBody>
          </p:sp>
          <p:sp>
            <p:nvSpPr>
              <p:cNvPr id="24" name="TextBox 24"/>
              <p:cNvSpPr txBox="1"/>
              <p:nvPr/>
            </p:nvSpPr>
            <p:spPr bwMode="auto">
              <a:xfrm>
                <a:off x="5706272" y="3454718"/>
                <a:ext cx="969957" cy="274320"/>
              </a:xfrm>
              <a:prstGeom prst="rect">
                <a:avLst/>
              </a:prstGeom>
              <a:noFill/>
              <a:ln>
                <a:noFill/>
              </a:ln>
            </p:spPr>
            <p:txBody>
              <a:bodyPr wrap="none" lIns="0" tIns="0" rIns="0" bIns="0" anchor="t" anchorCtr="0">
                <a:spAutoFit/>
              </a:bodyPr>
              <a:lstStyle/>
              <a:p>
                <a:pPr algn="ctr">
                  <a:defRPr/>
                </a:pPr>
                <a:r>
                  <a:rPr lang="zh-CN" sz="1350" b="1">
                    <a:solidFill>
                      <a:srgbClr val="00E5FF"/>
                    </a:solidFill>
                    <a:latin typeface="Arial"/>
                    <a:ea typeface="Microsoft YaHei"/>
                    <a:cs typeface="Arial"/>
                  </a:rPr>
                  <a:t>Legendary</a:t>
                </a:r>
                <a:endParaRPr/>
              </a:p>
            </p:txBody>
          </p:sp>
          <p:sp>
            <p:nvSpPr>
              <p:cNvPr id="25" name="TextBox 25"/>
              <p:cNvSpPr txBox="1"/>
              <p:nvPr/>
            </p:nvSpPr>
            <p:spPr bwMode="auto">
              <a:xfrm>
                <a:off x="8997077" y="3454718"/>
                <a:ext cx="484346" cy="274320"/>
              </a:xfrm>
              <a:prstGeom prst="rect">
                <a:avLst/>
              </a:prstGeom>
              <a:noFill/>
              <a:ln>
                <a:noFill/>
              </a:ln>
            </p:spPr>
            <p:txBody>
              <a:bodyPr wrap="none" lIns="0" tIns="0" rIns="0" bIns="0" anchor="t" anchorCtr="0">
                <a:spAutoFit/>
              </a:bodyPr>
              <a:lstStyle/>
              <a:p>
                <a:pPr algn="ctr">
                  <a:defRPr/>
                </a:pPr>
                <a:r>
                  <a:rPr lang="zh-CN" sz="1350">
                    <a:solidFill>
                      <a:srgbClr val="A0A0AB"/>
                    </a:solidFill>
                    <a:latin typeface="Arial"/>
                    <a:ea typeface="Microsoft YaHei"/>
                    <a:cs typeface="Arial"/>
                  </a:rPr>
                  <a:t>Basic</a:t>
                </a:r>
                <a:endParaRPr/>
              </a:p>
            </p:txBody>
          </p:sp>
        </p:grpSp>
        <p:grpSp>
          <p:nvGrpSpPr>
            <p:cNvPr id="30" name="Group 30"/>
            <p:cNvGrpSpPr/>
            <p:nvPr/>
          </p:nvGrpSpPr>
          <p:grpSpPr bwMode="auto">
            <a:xfrm>
              <a:off x="1697355" y="4026218"/>
              <a:ext cx="8000095" cy="274320"/>
              <a:chOff x="1697355" y="4026218"/>
              <a:chExt cx="8000095" cy="274320"/>
            </a:xfrm>
          </p:grpSpPr>
          <p:sp>
            <p:nvSpPr>
              <p:cNvPr id="27" name="TextBox 27"/>
              <p:cNvSpPr txBox="1"/>
              <p:nvPr/>
            </p:nvSpPr>
            <p:spPr bwMode="auto">
              <a:xfrm>
                <a:off x="1697355" y="4026218"/>
                <a:ext cx="1276445" cy="274320"/>
              </a:xfrm>
              <a:prstGeom prst="rect">
                <a:avLst/>
              </a:prstGeom>
              <a:noFill/>
              <a:ln>
                <a:noFill/>
              </a:ln>
            </p:spPr>
            <p:txBody>
              <a:bodyPr wrap="none" lIns="0" tIns="0" rIns="0" bIns="0" anchor="t" anchorCtr="0">
                <a:spAutoFit/>
              </a:bodyPr>
              <a:lstStyle/>
              <a:p>
                <a:pPr algn="l">
                  <a:defRPr/>
                </a:pPr>
                <a:r>
                  <a:rPr lang="zh-CN" sz="1350">
                    <a:solidFill>
                      <a:srgbClr val="FFFFFF"/>
                    </a:solidFill>
                    <a:latin typeface="Arial"/>
                    <a:ea typeface="Microsoft YaHei"/>
                    <a:cs typeface="Arial"/>
                  </a:rPr>
                  <a:t>Accurate Data</a:t>
                </a:r>
                <a:endParaRPr/>
              </a:p>
            </p:txBody>
          </p:sp>
          <p:sp>
            <p:nvSpPr>
              <p:cNvPr id="28" name="TextBox 28"/>
              <p:cNvSpPr txBox="1"/>
              <p:nvPr/>
            </p:nvSpPr>
            <p:spPr bwMode="auto">
              <a:xfrm>
                <a:off x="5701546" y="4026218"/>
                <a:ext cx="979408" cy="274320"/>
              </a:xfrm>
              <a:prstGeom prst="rect">
                <a:avLst/>
              </a:prstGeom>
              <a:noFill/>
              <a:ln>
                <a:noFill/>
              </a:ln>
            </p:spPr>
            <p:txBody>
              <a:bodyPr wrap="none" lIns="0" tIns="0" rIns="0" bIns="0" anchor="t" anchorCtr="0">
                <a:spAutoFit/>
              </a:bodyPr>
              <a:lstStyle/>
              <a:p>
                <a:pPr algn="ctr">
                  <a:defRPr/>
                </a:pPr>
                <a:r>
                  <a:rPr lang="zh-CN" sz="1350" b="1">
                    <a:solidFill>
                      <a:srgbClr val="FF007F"/>
                    </a:solidFill>
                    <a:latin typeface="Arial"/>
                    <a:ea typeface="Microsoft YaHei"/>
                    <a:cs typeface="Arial"/>
                  </a:rPr>
                  <a:t>Irrelevant</a:t>
                </a:r>
                <a:endParaRPr/>
              </a:p>
            </p:txBody>
          </p:sp>
          <p:sp>
            <p:nvSpPr>
              <p:cNvPr id="29" name="TextBox 29"/>
              <p:cNvSpPr txBox="1"/>
              <p:nvPr/>
            </p:nvSpPr>
            <p:spPr bwMode="auto">
              <a:xfrm>
                <a:off x="8781050" y="4026218"/>
                <a:ext cx="916400" cy="274320"/>
              </a:xfrm>
              <a:prstGeom prst="rect">
                <a:avLst/>
              </a:prstGeom>
              <a:noFill/>
              <a:ln>
                <a:noFill/>
              </a:ln>
            </p:spPr>
            <p:txBody>
              <a:bodyPr wrap="none" lIns="0" tIns="0" rIns="0" bIns="0" anchor="t" anchorCtr="0">
                <a:spAutoFit/>
              </a:bodyPr>
              <a:lstStyle/>
              <a:p>
                <a:pPr algn="ctr">
                  <a:defRPr/>
                </a:pPr>
                <a:r>
                  <a:rPr lang="zh-CN" sz="1350">
                    <a:solidFill>
                      <a:srgbClr val="A0A0AB"/>
                    </a:solidFill>
                    <a:latin typeface="Arial"/>
                    <a:ea typeface="Microsoft YaHei"/>
                    <a:cs typeface="Arial"/>
                  </a:rPr>
                  <a:t>Obsessive</a:t>
                </a:r>
                <a:endParaRPr/>
              </a:p>
            </p:txBody>
          </p:sp>
        </p:grpSp>
        <p:grpSp>
          <p:nvGrpSpPr>
            <p:cNvPr id="34" name="Group 34"/>
            <p:cNvGrpSpPr/>
            <p:nvPr/>
          </p:nvGrpSpPr>
          <p:grpSpPr bwMode="auto">
            <a:xfrm>
              <a:off x="1697355" y="4597718"/>
              <a:ext cx="7910084" cy="274320"/>
              <a:chOff x="1697355" y="4597718"/>
              <a:chExt cx="7910084" cy="274320"/>
            </a:xfrm>
          </p:grpSpPr>
          <p:sp>
            <p:nvSpPr>
              <p:cNvPr id="31" name="TextBox 31"/>
              <p:cNvSpPr txBox="1"/>
              <p:nvPr/>
            </p:nvSpPr>
            <p:spPr bwMode="auto">
              <a:xfrm>
                <a:off x="1697355" y="4597718"/>
                <a:ext cx="763381" cy="274320"/>
              </a:xfrm>
              <a:prstGeom prst="rect">
                <a:avLst/>
              </a:prstGeom>
              <a:noFill/>
              <a:ln>
                <a:noFill/>
              </a:ln>
            </p:spPr>
            <p:txBody>
              <a:bodyPr wrap="none" lIns="0" tIns="0" rIns="0" bIns="0" anchor="t" anchorCtr="0">
                <a:spAutoFit/>
              </a:bodyPr>
              <a:lstStyle/>
              <a:p>
                <a:pPr algn="l">
                  <a:defRPr/>
                </a:pPr>
                <a:r>
                  <a:rPr lang="zh-CN" sz="1350">
                    <a:solidFill>
                      <a:srgbClr val="FFFFFF"/>
                    </a:solidFill>
                    <a:latin typeface="Arial"/>
                    <a:ea typeface="Microsoft YaHei"/>
                    <a:cs typeface="Arial"/>
                  </a:rPr>
                  <a:t>Modesty</a:t>
                </a:r>
                <a:endParaRPr/>
              </a:p>
            </p:txBody>
          </p:sp>
          <p:sp>
            <p:nvSpPr>
              <p:cNvPr id="32" name="TextBox 32"/>
              <p:cNvSpPr txBox="1"/>
              <p:nvPr/>
            </p:nvSpPr>
            <p:spPr bwMode="auto">
              <a:xfrm>
                <a:off x="5621211" y="4597718"/>
                <a:ext cx="1140078" cy="274320"/>
              </a:xfrm>
              <a:prstGeom prst="rect">
                <a:avLst/>
              </a:prstGeom>
              <a:noFill/>
              <a:ln>
                <a:noFill/>
              </a:ln>
            </p:spPr>
            <p:txBody>
              <a:bodyPr wrap="none" lIns="0" tIns="0" rIns="0" bIns="0" anchor="t" anchorCtr="0">
                <a:spAutoFit/>
              </a:bodyPr>
              <a:lstStyle/>
              <a:p>
                <a:pPr algn="ctr">
                  <a:defRPr/>
                </a:pPr>
                <a:r>
                  <a:rPr lang="zh-CN" sz="1350" b="1">
                    <a:solidFill>
                      <a:srgbClr val="39FF14"/>
                    </a:solidFill>
                    <a:latin typeface="Arial"/>
                    <a:ea typeface="Microsoft YaHei"/>
                    <a:cs typeface="Arial"/>
                  </a:rPr>
                  <a:t>Unparalleled</a:t>
                </a:r>
                <a:endParaRPr/>
              </a:p>
            </p:txBody>
          </p:sp>
          <p:sp>
            <p:nvSpPr>
              <p:cNvPr id="33" name="TextBox 33"/>
              <p:cNvSpPr txBox="1"/>
              <p:nvPr/>
            </p:nvSpPr>
            <p:spPr bwMode="auto">
              <a:xfrm>
                <a:off x="8871061" y="4597718"/>
                <a:ext cx="736378" cy="274320"/>
              </a:xfrm>
              <a:prstGeom prst="rect">
                <a:avLst/>
              </a:prstGeom>
              <a:noFill/>
              <a:ln>
                <a:noFill/>
              </a:ln>
            </p:spPr>
            <p:txBody>
              <a:bodyPr wrap="none" lIns="0" tIns="0" rIns="0" bIns="0" anchor="t" anchorCtr="0">
                <a:spAutoFit/>
              </a:bodyPr>
              <a:lstStyle/>
              <a:p>
                <a:pPr algn="ctr">
                  <a:defRPr/>
                </a:pPr>
                <a:r>
                  <a:rPr lang="zh-CN" sz="1350">
                    <a:solidFill>
                      <a:srgbClr val="A0A0AB"/>
                    </a:solidFill>
                    <a:latin typeface="Arial"/>
                    <a:ea typeface="Microsoft YaHei"/>
                    <a:cs typeface="Arial"/>
                  </a:rPr>
                  <a:t>Too high</a:t>
                </a:r>
                <a:endParaRPr/>
              </a:p>
            </p:txBody>
          </p:sp>
        </p:grpSp>
      </p:grpSp>
      <p:grpSp>
        <p:nvGrpSpPr>
          <p:cNvPr id="1319175997" name="Group 37"/>
          <p:cNvGrpSpPr/>
          <p:nvPr/>
        </p:nvGrpSpPr>
        <p:grpSpPr bwMode="auto">
          <a:xfrm>
            <a:off x="2291691" y="5506402"/>
            <a:ext cx="7608618" cy="213360"/>
            <a:chOff x="2291691" y="5506402"/>
            <a:chExt cx="7608618" cy="213360"/>
          </a:xfrm>
        </p:grpSpPr>
        <p:sp>
          <p:nvSpPr>
            <p:cNvPr id="36" name="TextBox 36"/>
            <p:cNvSpPr txBox="1"/>
            <p:nvPr/>
          </p:nvSpPr>
          <p:spPr bwMode="auto">
            <a:xfrm>
              <a:off x="2291691" y="5506402"/>
              <a:ext cx="7608618" cy="213360"/>
            </a:xfrm>
            <a:prstGeom prst="rect">
              <a:avLst/>
            </a:prstGeom>
            <a:noFill/>
            <a:ln>
              <a:noFill/>
            </a:ln>
          </p:spPr>
          <p:txBody>
            <a:bodyPr wrap="none" lIns="0" tIns="0" rIns="0" bIns="0" anchor="t" anchorCtr="0">
              <a:spAutoFit/>
            </a:bodyPr>
            <a:lstStyle/>
            <a:p>
              <a:pPr algn="ctr">
                <a:defRPr/>
              </a:pPr>
              <a:r>
                <a:rPr lang="zh-CN" sz="1050">
                  <a:solidFill>
                    <a:srgbClr val="71717A"/>
                  </a:solidFill>
                  <a:latin typeface="Arial"/>
                  <a:ea typeface="Microsoft YaHei"/>
                  <a:cs typeface="Arial"/>
                </a:rPr>
                <a:t>*Table grid line rendering test. Make sure border lines are visible on both main screen and confidence monitor.</a:t>
              </a:r>
              <a:endParaRPr/>
            </a:p>
          </p:txBody>
        </p:sp>
      </p:grpSp>
      <p:grpSp>
        <p:nvGrpSpPr>
          <p:cNvPr id="1006673830" name="Group 41"/>
          <p:cNvGrpSpPr/>
          <p:nvPr/>
        </p:nvGrpSpPr>
        <p:grpSpPr bwMode="auto">
          <a:xfrm>
            <a:off x="560070" y="6238875"/>
            <a:ext cx="11071860" cy="323850"/>
            <a:chOff x="560070" y="6238875"/>
            <a:chExt cx="11071860" cy="323850"/>
          </a:xfrm>
        </p:grpSpPr>
        <p:sp>
          <p:nvSpPr>
            <p:cNvPr id="38" name="Line 38"/>
            <p:cNvSpPr/>
            <p:nvPr/>
          </p:nvSpPr>
          <p:spPr bwMode="auto">
            <a:xfrm>
              <a:off x="571500" y="6238875"/>
              <a:ext cx="11049000" cy="9525"/>
            </a:xfrm>
            <a:custGeom>
              <a:avLst/>
              <a:gdLst/>
              <a:ahLst/>
              <a:cxnLst/>
              <a:rect l="l" t="t" r="r" b="b"/>
              <a:pathLst>
                <a:path w="11049000" h="9525" fill="norm" stroke="1" extrusionOk="0">
                  <a:moveTo>
                    <a:pt x="0" y="0"/>
                  </a:moveTo>
                  <a:lnTo>
                    <a:pt x="11049000" y="0"/>
                  </a:lnTo>
                </a:path>
              </a:pathLst>
            </a:custGeom>
            <a:noFill/>
            <a:ln w="14288">
              <a:solidFill>
                <a:srgbClr val="2E2E33"/>
              </a:solidFill>
            </a:ln>
          </p:spPr>
        </p:sp>
        <p:sp>
          <p:nvSpPr>
            <p:cNvPr id="39" name="TextBox 39"/>
            <p:cNvSpPr txBox="1"/>
            <p:nvPr/>
          </p:nvSpPr>
          <p:spPr bwMode="auto">
            <a:xfrm>
              <a:off x="560070" y="6379845"/>
              <a:ext cx="2105120" cy="182880"/>
            </a:xfrm>
            <a:prstGeom prst="rect">
              <a:avLst/>
            </a:prstGeom>
            <a:noFill/>
            <a:ln>
              <a:noFill/>
            </a:ln>
          </p:spPr>
          <p:txBody>
            <a:bodyPr wrap="none" lIns="0" tIns="0" rIns="0" bIns="0" anchor="t" anchorCtr="0">
              <a:spAutoFit/>
            </a:bodyPr>
            <a:lstStyle/>
            <a:p>
              <a:pPr algn="l">
                <a:defRPr/>
              </a:pPr>
              <a:r>
                <a:rPr lang="zh-CN" sz="900">
                  <a:solidFill>
                    <a:srgbClr val="71717A"/>
                  </a:solidFill>
                  <a:latin typeface="Consolas"/>
                  <a:ea typeface="Microsoft YaHei"/>
                  <a:cs typeface="Consolas"/>
                </a:rPr>
                <a:t>GRID_CHECK: TABLE_BORDERS_VISIBLE</a:t>
              </a:r>
              <a:endParaRPr/>
            </a:p>
          </p:txBody>
        </p:sp>
        <p:sp>
          <p:nvSpPr>
            <p:cNvPr id="40" name="TextBox 40"/>
            <p:cNvSpPr txBox="1"/>
            <p:nvPr/>
          </p:nvSpPr>
          <p:spPr bwMode="auto">
            <a:xfrm>
              <a:off x="10810970" y="6379845"/>
              <a:ext cx="820960" cy="182880"/>
            </a:xfrm>
            <a:prstGeom prst="rect">
              <a:avLst/>
            </a:prstGeom>
            <a:noFill/>
            <a:ln>
              <a:noFill/>
            </a:ln>
          </p:spPr>
          <p:txBody>
            <a:bodyPr wrap="none" lIns="0" tIns="0" rIns="0" bIns="0" anchor="t" anchorCtr="0">
              <a:spAutoFit/>
            </a:bodyPr>
            <a:lstStyle/>
            <a:p>
              <a:pPr algn="r">
                <a:defRPr/>
              </a:pPr>
              <a:r>
                <a:rPr lang="zh-CN" sz="900">
                  <a:solidFill>
                    <a:srgbClr val="71717A"/>
                  </a:solidFill>
                  <a:latin typeface="Consolas"/>
                  <a:ea typeface="Microsoft YaHei"/>
                  <a:cs typeface="Consolas"/>
                </a:rPr>
                <a:t>PAGE_09 // 13</a:t>
              </a:r>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400" advClick="1">
        <p:fade thruBlk="0"/>
      </p:transition>
    </mc:Choice>
    <mc:Fallback>
      <p:transition spd="fast" advClick="1">
        <p:fade thruBlk="0"/>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59235125"/>
                                        </p:tgtEl>
                                        <p:attrNameLst>
                                          <p:attrName>style.visibility</p:attrName>
                                        </p:attrNameLst>
                                      </p:cBhvr>
                                      <p:to>
                                        <p:strVal val="visible"/>
                                      </p:to>
                                    </p:set>
                                    <p:animEffect transition="in" filter="fade">
                                      <p:cBhvr>
                                        <p:cTn id="7" dur="400"/>
                                        <p:tgtEl>
                                          <p:spTgt spid="159235125"/>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1707420363"/>
                                        </p:tgtEl>
                                        <p:attrNameLst>
                                          <p:attrName>style.visibility</p:attrName>
                                        </p:attrNameLst>
                                      </p:cBhvr>
                                      <p:to>
                                        <p:strVal val="visible"/>
                                      </p:to>
                                    </p:set>
                                    <p:animEffect transition="in" filter="wipe(left)">
                                      <p:cBhvr>
                                        <p:cTn id="11" dur="400"/>
                                        <p:tgtEl>
                                          <p:spTgt spid="1707420363"/>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1319175997"/>
                                        </p:tgtEl>
                                        <p:attrNameLst>
                                          <p:attrName>style.visibility</p:attrName>
                                        </p:attrNameLst>
                                      </p:cBhvr>
                                      <p:to>
                                        <p:strVal val="visible"/>
                                      </p:to>
                                    </p:set>
                                    <p:animEffect transition="in" filter="wipe(left)">
                                      <p:cBhvr>
                                        <p:cTn id="15" dur="400"/>
                                        <p:tgtEl>
                                          <p:spTgt spid="13191759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235125" grpId="0"/>
      <p:bldP spid="1707420363" grpId="0"/>
      <p:bldP spid="1319175997" grpId="0"/>
    </p:bld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84634737" name="Rectangle 2"/>
          <p:cNvSpPr/>
          <p:nvPr/>
        </p:nvSpPr>
        <p:spPr bwMode="auto">
          <a:xfrm>
            <a:off x="0" y="0"/>
            <a:ext cx="12192000" cy="6858000"/>
          </a:xfrm>
          <a:prstGeom prst="rect">
            <a:avLst/>
          </a:prstGeom>
          <a:pattFill prst="lgGrid">
            <a:fgClr>
              <a:srgbClr val="242428"/>
            </a:fgClr>
            <a:bgClr>
              <a:srgbClr val="121214"/>
            </a:bgClr>
          </a:pattFill>
          <a:ln>
            <a:noFill/>
          </a:ln>
        </p:spPr>
      </p:sp>
      <p:grpSp>
        <p:nvGrpSpPr>
          <p:cNvPr id="229833573" name="Group 5"/>
          <p:cNvGrpSpPr/>
          <p:nvPr/>
        </p:nvGrpSpPr>
        <p:grpSpPr bwMode="auto">
          <a:xfrm>
            <a:off x="560070" y="379095"/>
            <a:ext cx="11060430" cy="249555"/>
            <a:chOff x="560070" y="379095"/>
            <a:chExt cx="11060430" cy="249555"/>
          </a:xfrm>
        </p:grpSpPr>
        <p:sp>
          <p:nvSpPr>
            <p:cNvPr id="3" name="TextBox 3"/>
            <p:cNvSpPr txBox="1"/>
            <p:nvPr/>
          </p:nvSpPr>
          <p:spPr bwMode="auto">
            <a:xfrm>
              <a:off x="560070" y="379095"/>
              <a:ext cx="1439037" cy="182880"/>
            </a:xfrm>
            <a:prstGeom prst="rect">
              <a:avLst/>
            </a:prstGeom>
            <a:noFill/>
            <a:ln>
              <a:noFill/>
            </a:ln>
          </p:spPr>
          <p:txBody>
            <a:bodyPr wrap="none" lIns="0" tIns="0" rIns="0" bIns="0" anchor="t" anchorCtr="0">
              <a:spAutoFit/>
            </a:bodyPr>
            <a:lstStyle/>
            <a:p>
              <a:pPr algn="l">
                <a:defRPr/>
              </a:pPr>
              <a:r>
                <a:rPr lang="zh-CN" sz="900">
                  <a:solidFill>
                    <a:srgbClr val="71717A"/>
                  </a:solidFill>
                  <a:latin typeface="Consolas"/>
                  <a:ea typeface="Microsoft YaHei"/>
                  <a:cs typeface="Consolas"/>
                </a:rPr>
                <a:t>SYS.FOCUS_CHECK // P10</a:t>
              </a:r>
              <a:endParaRPr/>
            </a:p>
          </p:txBody>
        </p:sp>
        <p:sp>
          <p:nvSpPr>
            <p:cNvPr id="4" name="Line 4"/>
            <p:cNvSpPr/>
            <p:nvPr/>
          </p:nvSpPr>
          <p:spPr bwMode="auto">
            <a:xfrm>
              <a:off x="571500" y="619125"/>
              <a:ext cx="11049000" cy="9525"/>
            </a:xfrm>
            <a:custGeom>
              <a:avLst/>
              <a:gdLst/>
              <a:ahLst/>
              <a:cxnLst/>
              <a:rect l="l" t="t" r="r" b="b"/>
              <a:pathLst>
                <a:path w="11049000" h="9525" fill="norm" stroke="1" extrusionOk="0">
                  <a:moveTo>
                    <a:pt x="0" y="0"/>
                  </a:moveTo>
                  <a:lnTo>
                    <a:pt x="11049000" y="0"/>
                  </a:lnTo>
                </a:path>
              </a:pathLst>
            </a:custGeom>
            <a:noFill/>
            <a:ln w="14288">
              <a:solidFill>
                <a:srgbClr val="2E2E33"/>
              </a:solidFill>
            </a:ln>
          </p:spPr>
        </p:sp>
      </p:grpSp>
      <p:grpSp>
        <p:nvGrpSpPr>
          <p:cNvPr id="1839750266" name="Group 8"/>
          <p:cNvGrpSpPr/>
          <p:nvPr/>
        </p:nvGrpSpPr>
        <p:grpSpPr bwMode="auto">
          <a:xfrm>
            <a:off x="537210" y="1042035"/>
            <a:ext cx="8120986" cy="691515"/>
            <a:chOff x="537210" y="1042035"/>
            <a:chExt cx="8120986" cy="691515"/>
          </a:xfrm>
        </p:grpSpPr>
        <p:sp>
          <p:nvSpPr>
            <p:cNvPr id="6" name="TextBox 6"/>
            <p:cNvSpPr txBox="1"/>
            <p:nvPr/>
          </p:nvSpPr>
          <p:spPr bwMode="auto">
            <a:xfrm>
              <a:off x="537210" y="1042035"/>
              <a:ext cx="8120986" cy="548640"/>
            </a:xfrm>
            <a:prstGeom prst="rect">
              <a:avLst/>
            </a:prstGeom>
            <a:noFill/>
            <a:ln>
              <a:noFill/>
            </a:ln>
          </p:spPr>
          <p:txBody>
            <a:bodyPr wrap="none" lIns="0" tIns="0" rIns="0" bIns="0" anchor="t" anchorCtr="0">
              <a:spAutoFit/>
            </a:bodyPr>
            <a:lstStyle/>
            <a:p>
              <a:pPr algn="l">
                <a:defRPr/>
              </a:pPr>
              <a:r>
                <a:rPr lang="zh-CN" sz="2700" b="1">
                  <a:solidFill>
                    <a:srgbClr val="FFFFFF"/>
                  </a:solidFill>
                  <a:latin typeface="Arial"/>
                  <a:ea typeface="Microsoft YaHei"/>
                  <a:cs typeface="Arial"/>
                </a:rPr>
                <a:t>Terms, Conditions, and Unnecessary Details</a:t>
              </a:r>
              <a:endParaRPr/>
            </a:p>
          </p:txBody>
        </p:sp>
        <p:sp>
          <p:nvSpPr>
            <p:cNvPr id="7" name="TextBox 7"/>
            <p:cNvSpPr txBox="1"/>
            <p:nvPr/>
          </p:nvSpPr>
          <p:spPr bwMode="auto">
            <a:xfrm>
              <a:off x="556260" y="1489710"/>
              <a:ext cx="5455158" cy="243840"/>
            </a:xfrm>
            <a:prstGeom prst="rect">
              <a:avLst/>
            </a:prstGeom>
            <a:noFill/>
            <a:ln>
              <a:noFill/>
            </a:ln>
          </p:spPr>
          <p:txBody>
            <a:bodyPr wrap="none" lIns="0" tIns="0" rIns="0" bIns="0" anchor="t" anchorCtr="0">
              <a:spAutoFit/>
            </a:bodyPr>
            <a:lstStyle/>
            <a:p>
              <a:pPr algn="l">
                <a:defRPr/>
              </a:pPr>
              <a:r>
                <a:rPr lang="zh-CN" sz="1200">
                  <a:solidFill>
                    <a:srgbClr val="A0A0AB"/>
                  </a:solidFill>
                  <a:latin typeface="Arial"/>
                  <a:ea typeface="Microsoft YaHei"/>
                  <a:cs typeface="Arial"/>
                </a:rPr>
                <a:t>Dense text block designed to check focus sharpness and letter halos.</a:t>
              </a:r>
              <a:endParaRPr/>
            </a:p>
          </p:txBody>
        </p:sp>
      </p:grpSp>
      <p:grpSp>
        <p:nvGrpSpPr>
          <p:cNvPr id="1668800418" name="Group 12"/>
          <p:cNvGrpSpPr/>
          <p:nvPr/>
        </p:nvGrpSpPr>
        <p:grpSpPr bwMode="auto">
          <a:xfrm>
            <a:off x="571500" y="1905000"/>
            <a:ext cx="5334000" cy="3481387"/>
            <a:chOff x="571500" y="1905000"/>
            <a:chExt cx="5334000" cy="3481387"/>
          </a:xfrm>
        </p:grpSpPr>
        <p:sp>
          <p:nvSpPr>
            <p:cNvPr id="9" name="Rectangle 9"/>
            <p:cNvSpPr/>
            <p:nvPr/>
          </p:nvSpPr>
          <p:spPr bwMode="auto">
            <a:xfrm>
              <a:off x="571500" y="1905000"/>
              <a:ext cx="5334000" cy="3429000"/>
            </a:xfrm>
            <a:prstGeom prst="roundRect">
              <a:avLst>
                <a:gd name="adj" fmla="val 2222"/>
              </a:avLst>
            </a:prstGeom>
            <a:solidFill>
              <a:srgbClr val="1C1C1F"/>
            </a:solidFill>
            <a:ln w="14288">
              <a:solidFill>
                <a:srgbClr val="2E2E33"/>
              </a:solidFill>
            </a:ln>
          </p:spPr>
        </p:sp>
        <p:sp>
          <p:nvSpPr>
            <p:cNvPr id="10" name="TextBox 10"/>
            <p:cNvSpPr txBox="1"/>
            <p:nvPr/>
          </p:nvSpPr>
          <p:spPr bwMode="auto">
            <a:xfrm>
              <a:off x="788670" y="2188845"/>
              <a:ext cx="1151001" cy="182880"/>
            </a:xfrm>
            <a:prstGeom prst="rect">
              <a:avLst/>
            </a:prstGeom>
            <a:noFill/>
            <a:ln>
              <a:noFill/>
            </a:ln>
          </p:spPr>
          <p:txBody>
            <a:bodyPr wrap="none" lIns="0" tIns="0" rIns="0" bIns="0" anchor="t" anchorCtr="0">
              <a:spAutoFit/>
            </a:bodyPr>
            <a:lstStyle/>
            <a:p>
              <a:pPr algn="l">
                <a:defRPr/>
              </a:pPr>
              <a:r>
                <a:rPr lang="zh-CN" sz="900">
                  <a:solidFill>
                    <a:srgbClr val="71717A"/>
                  </a:solidFill>
                  <a:latin typeface="Consolas"/>
                  <a:ea typeface="Microsoft YaHei"/>
                  <a:cs typeface="Consolas"/>
                </a:rPr>
                <a:t>TEXT_PANEL // LEFT</a:t>
              </a:r>
              <a:endParaRPr/>
            </a:p>
          </p:txBody>
        </p:sp>
        <p:sp>
          <p:nvSpPr>
            <p:cNvPr id="11" name="TextBox 11"/>
            <p:cNvSpPr txBox="1"/>
            <p:nvPr/>
          </p:nvSpPr>
          <p:spPr bwMode="auto">
            <a:xfrm>
              <a:off x="786765" y="2553652"/>
              <a:ext cx="4360545" cy="2832735"/>
            </a:xfrm>
            <a:prstGeom prst="rect">
              <a:avLst/>
            </a:prstGeom>
            <a:noFill/>
            <a:ln>
              <a:noFill/>
            </a:ln>
          </p:spPr>
          <p:txBody>
            <a:bodyPr wrap="square" lIns="0" tIns="0" rIns="0" bIns="0" anchor="t" anchorCtr="0"/>
            <a:lstStyle/>
            <a:p>
              <a:pPr algn="l">
                <a:lnSpc>
                  <a:spcPts val="1875"/>
                </a:lnSpc>
                <a:defRPr/>
              </a:pPr>
              <a:r>
                <a:rPr lang="zh-CN" sz="1050">
                  <a:solidFill>
                    <a:srgbClr val="FFFFFF"/>
                  </a:solidFill>
                  <a:latin typeface="Arial"/>
                  <a:ea typeface="Microsoft YaHei"/>
                  <a:cs typeface="Arial"/>
                </a:rPr>
                <a:t>Lorem ipsum dolor sit amet, consectetur adipiscing elit. Sed do </a:t>
              </a:r>
              <a:r>
                <a:rPr lang="zh-CN" sz="1050">
                  <a:solidFill>
                    <a:srgbClr val="FFFFFF"/>
                  </a:solidFill>
                  <a:latin typeface="Arial"/>
                  <a:ea typeface="Microsoft YaHei"/>
                  <a:cs typeface="Arial"/>
                </a:rPr>
                <a:t>eiusmod tempor incididunt ut labore et dolore magna aliqua. Ut </a:t>
              </a:r>
              <a:r>
                <a:rPr lang="zh-CN" sz="1050">
                  <a:solidFill>
                    <a:srgbClr val="FFFFFF"/>
                  </a:solidFill>
                  <a:latin typeface="Arial"/>
                  <a:ea typeface="Microsoft YaHei"/>
                  <a:cs typeface="Arial"/>
                </a:rPr>
                <a:t>enim ad minim veniam, quis nostrud exercitation ullamco laboris </a:t>
              </a:r>
              <a:r>
                <a:rPr lang="zh-CN" sz="1050">
                  <a:solidFill>
                    <a:srgbClr val="FFFFFF"/>
                  </a:solidFill>
                  <a:latin typeface="Arial"/>
                  <a:ea typeface="Microsoft YaHei"/>
                  <a:cs typeface="Arial"/>
                </a:rPr>
                <a:t>nisi ut aliquip ex ea commodo consequat. Duis aute irure dolor in </a:t>
              </a:r>
              <a:r>
                <a:rPr lang="zh-CN" sz="1050">
                  <a:solidFill>
                    <a:srgbClr val="FFFFFF"/>
                  </a:solidFill>
                  <a:latin typeface="Arial"/>
                  <a:ea typeface="Microsoft YaHei"/>
                  <a:cs typeface="Arial"/>
                </a:rPr>
                <a:t>reprehenderit in voluptate velit esse cillum dolore eu fugiat nulla </a:t>
              </a:r>
              <a:r>
                <a:rPr lang="zh-CN" sz="1050">
                  <a:solidFill>
                    <a:srgbClr val="FFFFFF"/>
                  </a:solidFill>
                  <a:latin typeface="Arial"/>
                  <a:ea typeface="Microsoft YaHei"/>
                  <a:cs typeface="Arial"/>
                </a:rPr>
                <a:t>pariatur. Excepteur sint occaecat cupidatat non proident, sunt in </a:t>
              </a:r>
              <a:r>
                <a:rPr lang="zh-CN" sz="1050">
                  <a:solidFill>
                    <a:srgbClr val="FFFFFF"/>
                  </a:solidFill>
                  <a:latin typeface="Arial"/>
                  <a:ea typeface="Microsoft YaHei"/>
                  <a:cs typeface="Arial"/>
                </a:rPr>
                <a:t>culpa qui officia deserunt mollit anim id est laborum. Curabitur </a:t>
              </a:r>
              <a:r>
                <a:rPr lang="zh-CN" sz="1050">
                  <a:solidFill>
                    <a:srgbClr val="FFFFFF"/>
                  </a:solidFill>
                  <a:latin typeface="Arial"/>
                  <a:ea typeface="Microsoft YaHei"/>
                  <a:cs typeface="Arial"/>
                </a:rPr>
                <a:t>pretium tincidunt lacus. Nulla gravida orci a odio. Nullam varius, </a:t>
              </a:r>
              <a:r>
                <a:rPr lang="zh-CN" sz="1050">
                  <a:solidFill>
                    <a:srgbClr val="FFFFFF"/>
                  </a:solidFill>
                  <a:latin typeface="Arial"/>
                  <a:ea typeface="Microsoft YaHei"/>
                  <a:cs typeface="Arial"/>
                </a:rPr>
                <a:t>turpis et commodo pharetra, est eros bibendum elit, nec luctus </a:t>
              </a:r>
              <a:r>
                <a:rPr lang="zh-CN" sz="1050">
                  <a:solidFill>
                    <a:srgbClr val="FFFFFF"/>
                  </a:solidFill>
                  <a:latin typeface="Arial"/>
                  <a:ea typeface="Microsoft YaHei"/>
                  <a:cs typeface="Arial"/>
                </a:rPr>
                <a:t>magna felis sollicitudin mauris. Integer in mauris eu nibh euismod </a:t>
              </a:r>
              <a:r>
                <a:rPr lang="zh-CN" sz="1050">
                  <a:solidFill>
                    <a:srgbClr val="FFFFFF"/>
                  </a:solidFill>
                  <a:latin typeface="Arial"/>
                  <a:ea typeface="Microsoft YaHei"/>
                  <a:cs typeface="Arial"/>
                </a:rPr>
                <a:t>gravida. Duis ac tellus et risus vulputate vehicula. Donec lobortis </a:t>
              </a:r>
              <a:r>
                <a:rPr lang="zh-CN" sz="1050">
                  <a:solidFill>
                    <a:srgbClr val="FFFFFF"/>
                  </a:solidFill>
                  <a:latin typeface="Arial"/>
                  <a:ea typeface="Microsoft YaHei"/>
                  <a:cs typeface="Arial"/>
                </a:rPr>
                <a:t>risus a elit. Etiam tempor. Ut ullamcorper, ligula eu tempor</a:t>
              </a:r>
              <a:endParaRPr/>
            </a:p>
          </p:txBody>
        </p:sp>
      </p:grpSp>
      <p:grpSp>
        <p:nvGrpSpPr>
          <p:cNvPr id="122956310" name="Group 16"/>
          <p:cNvGrpSpPr/>
          <p:nvPr/>
        </p:nvGrpSpPr>
        <p:grpSpPr bwMode="auto">
          <a:xfrm>
            <a:off x="6286500" y="1905000"/>
            <a:ext cx="5334000" cy="3481387"/>
            <a:chOff x="6286500" y="1905000"/>
            <a:chExt cx="5334000" cy="3481387"/>
          </a:xfrm>
        </p:grpSpPr>
        <p:sp>
          <p:nvSpPr>
            <p:cNvPr id="13" name="Rectangle 13"/>
            <p:cNvSpPr/>
            <p:nvPr/>
          </p:nvSpPr>
          <p:spPr bwMode="auto">
            <a:xfrm>
              <a:off x="6286500" y="1905000"/>
              <a:ext cx="5334000" cy="3429000"/>
            </a:xfrm>
            <a:prstGeom prst="roundRect">
              <a:avLst>
                <a:gd name="adj" fmla="val 2222"/>
              </a:avLst>
            </a:prstGeom>
            <a:solidFill>
              <a:srgbClr val="1C1C1F"/>
            </a:solidFill>
            <a:ln w="14288">
              <a:solidFill>
                <a:srgbClr val="2E2E33"/>
              </a:solidFill>
            </a:ln>
          </p:spPr>
        </p:sp>
        <p:sp>
          <p:nvSpPr>
            <p:cNvPr id="14" name="TextBox 14"/>
            <p:cNvSpPr txBox="1"/>
            <p:nvPr/>
          </p:nvSpPr>
          <p:spPr bwMode="auto">
            <a:xfrm>
              <a:off x="6503670" y="2188845"/>
              <a:ext cx="1187005" cy="182880"/>
            </a:xfrm>
            <a:prstGeom prst="rect">
              <a:avLst/>
            </a:prstGeom>
            <a:noFill/>
            <a:ln>
              <a:noFill/>
            </a:ln>
          </p:spPr>
          <p:txBody>
            <a:bodyPr wrap="none" lIns="0" tIns="0" rIns="0" bIns="0" anchor="t" anchorCtr="0">
              <a:spAutoFit/>
            </a:bodyPr>
            <a:lstStyle/>
            <a:p>
              <a:pPr algn="l">
                <a:defRPr/>
              </a:pPr>
              <a:r>
                <a:rPr lang="zh-CN" sz="900">
                  <a:solidFill>
                    <a:srgbClr val="71717A"/>
                  </a:solidFill>
                  <a:latin typeface="Consolas"/>
                  <a:ea typeface="Microsoft YaHei"/>
                  <a:cs typeface="Consolas"/>
                </a:rPr>
                <a:t>TEXT_PANEL // RIGHT</a:t>
              </a:r>
              <a:endParaRPr/>
            </a:p>
          </p:txBody>
        </p:sp>
        <p:sp>
          <p:nvSpPr>
            <p:cNvPr id="15" name="TextBox 15"/>
            <p:cNvSpPr txBox="1"/>
            <p:nvPr/>
          </p:nvSpPr>
          <p:spPr bwMode="auto">
            <a:xfrm>
              <a:off x="6501765" y="2553652"/>
              <a:ext cx="4360545" cy="2832735"/>
            </a:xfrm>
            <a:prstGeom prst="rect">
              <a:avLst/>
            </a:prstGeom>
            <a:noFill/>
            <a:ln>
              <a:noFill/>
            </a:ln>
          </p:spPr>
          <p:txBody>
            <a:bodyPr wrap="square" lIns="0" tIns="0" rIns="0" bIns="0" anchor="t" anchorCtr="0"/>
            <a:lstStyle/>
            <a:p>
              <a:pPr algn="l">
                <a:lnSpc>
                  <a:spcPts val="1875"/>
                </a:lnSpc>
                <a:defRPr/>
              </a:pPr>
              <a:r>
                <a:rPr lang="zh-CN" sz="1050">
                  <a:solidFill>
                    <a:srgbClr val="FFFFFF"/>
                  </a:solidFill>
                  <a:latin typeface="Arial"/>
                  <a:ea typeface="Microsoft YaHei"/>
                  <a:cs typeface="Arial"/>
                </a:rPr>
                <a:t>Lorem ipsum dolor sit amet, consectetur adipiscing elit. Sed do </a:t>
              </a:r>
              <a:r>
                <a:rPr lang="zh-CN" sz="1050">
                  <a:solidFill>
                    <a:srgbClr val="FFFFFF"/>
                  </a:solidFill>
                  <a:latin typeface="Arial"/>
                  <a:ea typeface="Microsoft YaHei"/>
                  <a:cs typeface="Arial"/>
                </a:rPr>
                <a:t>eiusmod tempor incididunt ut labore et dolore magna aliqua. Ut </a:t>
              </a:r>
              <a:r>
                <a:rPr lang="zh-CN" sz="1050">
                  <a:solidFill>
                    <a:srgbClr val="FFFFFF"/>
                  </a:solidFill>
                  <a:latin typeface="Arial"/>
                  <a:ea typeface="Microsoft YaHei"/>
                  <a:cs typeface="Arial"/>
                </a:rPr>
                <a:t>enim ad minim veniam, quis nostrud exercitation ullamco laboris </a:t>
              </a:r>
              <a:r>
                <a:rPr lang="zh-CN" sz="1050">
                  <a:solidFill>
                    <a:srgbClr val="FFFFFF"/>
                  </a:solidFill>
                  <a:latin typeface="Arial"/>
                  <a:ea typeface="Microsoft YaHei"/>
                  <a:cs typeface="Arial"/>
                </a:rPr>
                <a:t>nisi ut aliquip ex ea commodo consequat. Duis aute irure dolor in </a:t>
              </a:r>
              <a:r>
                <a:rPr lang="zh-CN" sz="1050">
                  <a:solidFill>
                    <a:srgbClr val="FFFFFF"/>
                  </a:solidFill>
                  <a:latin typeface="Arial"/>
                  <a:ea typeface="Microsoft YaHei"/>
                  <a:cs typeface="Arial"/>
                </a:rPr>
                <a:t>reprehenderit in voluptate velit esse cillum dolore eu fugiat nulla </a:t>
              </a:r>
              <a:r>
                <a:rPr lang="zh-CN" sz="1050">
                  <a:solidFill>
                    <a:srgbClr val="FFFFFF"/>
                  </a:solidFill>
                  <a:latin typeface="Arial"/>
                  <a:ea typeface="Microsoft YaHei"/>
                  <a:cs typeface="Arial"/>
                </a:rPr>
                <a:t>pariatur. Excepteur sint occaecat cupidatat non proident, sunt in </a:t>
              </a:r>
              <a:r>
                <a:rPr lang="zh-CN" sz="1050">
                  <a:solidFill>
                    <a:srgbClr val="FFFFFF"/>
                  </a:solidFill>
                  <a:latin typeface="Arial"/>
                  <a:ea typeface="Microsoft YaHei"/>
                  <a:cs typeface="Arial"/>
                </a:rPr>
                <a:t>culpa qui officia deserunt mollit anim id est laborum. Curabitur </a:t>
              </a:r>
              <a:r>
                <a:rPr lang="zh-CN" sz="1050">
                  <a:solidFill>
                    <a:srgbClr val="FFFFFF"/>
                  </a:solidFill>
                  <a:latin typeface="Arial"/>
                  <a:ea typeface="Microsoft YaHei"/>
                  <a:cs typeface="Arial"/>
                </a:rPr>
                <a:t>pretium tincidunt lacus. Nulla gravida orci a odio. Nullam varius, </a:t>
              </a:r>
              <a:r>
                <a:rPr lang="zh-CN" sz="1050">
                  <a:solidFill>
                    <a:srgbClr val="FFFFFF"/>
                  </a:solidFill>
                  <a:latin typeface="Arial"/>
                  <a:ea typeface="Microsoft YaHei"/>
                  <a:cs typeface="Arial"/>
                </a:rPr>
                <a:t>turpis et commodo pharetra, est eros bibendum elit, nec luctus </a:t>
              </a:r>
              <a:r>
                <a:rPr lang="zh-CN" sz="1050">
                  <a:solidFill>
                    <a:srgbClr val="FFFFFF"/>
                  </a:solidFill>
                  <a:latin typeface="Arial"/>
                  <a:ea typeface="Microsoft YaHei"/>
                  <a:cs typeface="Arial"/>
                </a:rPr>
                <a:t>magna felis sollicitudin mauris. Integer in mauris eu nibh euismod </a:t>
              </a:r>
              <a:r>
                <a:rPr lang="zh-CN" sz="1050">
                  <a:solidFill>
                    <a:srgbClr val="FFFFFF"/>
                  </a:solidFill>
                  <a:latin typeface="Arial"/>
                  <a:ea typeface="Microsoft YaHei"/>
                  <a:cs typeface="Arial"/>
                </a:rPr>
                <a:t>gravida. Duis ac tellus et risus vulputate vehicula. Donec lobortis </a:t>
              </a:r>
              <a:r>
                <a:rPr lang="zh-CN" sz="1050">
                  <a:solidFill>
                    <a:srgbClr val="FFFFFF"/>
                  </a:solidFill>
                  <a:latin typeface="Arial"/>
                  <a:ea typeface="Microsoft YaHei"/>
                  <a:cs typeface="Arial"/>
                </a:rPr>
                <a:t>risus a elit. Etiam tempor. Ut ullamcorper, ligula eu tempor</a:t>
              </a:r>
              <a:endParaRPr/>
            </a:p>
          </p:txBody>
        </p:sp>
      </p:grpSp>
      <p:grpSp>
        <p:nvGrpSpPr>
          <p:cNvPr id="1305164592" name="Group 18"/>
          <p:cNvGrpSpPr/>
          <p:nvPr/>
        </p:nvGrpSpPr>
        <p:grpSpPr bwMode="auto">
          <a:xfrm>
            <a:off x="3570590" y="5601651"/>
            <a:ext cx="5055498" cy="160379"/>
            <a:chOff x="0" y="0"/>
            <a:chExt cx="5055498" cy="160379"/>
          </a:xfrm>
        </p:grpSpPr>
        <p:sp>
          <p:nvSpPr>
            <p:cNvPr id="17" name="TextBox 17"/>
            <p:cNvSpPr txBox="1"/>
            <p:nvPr/>
          </p:nvSpPr>
          <p:spPr bwMode="auto">
            <a:xfrm>
              <a:off x="0" y="0"/>
              <a:ext cx="5055498" cy="160379"/>
            </a:xfrm>
            <a:prstGeom prst="rect">
              <a:avLst/>
            </a:prstGeom>
            <a:noFill/>
            <a:ln>
              <a:noFill/>
            </a:ln>
          </p:spPr>
          <p:txBody>
            <a:bodyPr wrap="none" lIns="0" tIns="0" rIns="0" bIns="0" anchor="t" anchorCtr="0">
              <a:spAutoFit/>
            </a:bodyPr>
            <a:lstStyle/>
            <a:p>
              <a:pPr algn="ctr">
                <a:defRPr/>
              </a:pPr>
              <a:r>
                <a:rPr lang="zh-CN" sz="1050">
                  <a:solidFill>
                    <a:srgbClr val="71717A"/>
                  </a:solidFill>
                  <a:latin typeface="Arial"/>
                  <a:ea typeface="Microsoft YaHei"/>
                  <a:cs typeface="Arial"/>
                </a:rPr>
                <a:t>*Projector focus check! If letters look blurry or have color halos, adjust the lens focus</a:t>
              </a:r>
              <a:r>
                <a:rPr lang="en-US" sz="1050">
                  <a:solidFill>
                    <a:srgbClr val="71717A"/>
                  </a:solidFill>
                  <a:latin typeface="Arial"/>
                  <a:ea typeface="Microsoft YaHei"/>
                  <a:cs typeface="Arial"/>
                </a:rPr>
                <a:t>.</a:t>
              </a:r>
              <a:r>
                <a:rPr lang="zh-CN" sz="1050">
                  <a:solidFill>
                    <a:srgbClr val="71717A"/>
                  </a:solidFill>
                  <a:latin typeface="Arial"/>
                  <a:ea typeface="Microsoft YaHei"/>
                  <a:cs typeface="Arial"/>
                </a:rPr>
                <a:t>.</a:t>
              </a:r>
              <a:endParaRPr/>
            </a:p>
          </p:txBody>
        </p:sp>
      </p:grpSp>
      <p:grpSp>
        <p:nvGrpSpPr>
          <p:cNvPr id="1981643301" name="Group 22"/>
          <p:cNvGrpSpPr/>
          <p:nvPr/>
        </p:nvGrpSpPr>
        <p:grpSpPr bwMode="auto">
          <a:xfrm>
            <a:off x="560070" y="6238875"/>
            <a:ext cx="11071860" cy="323850"/>
            <a:chOff x="560070" y="6238875"/>
            <a:chExt cx="11071860" cy="323850"/>
          </a:xfrm>
        </p:grpSpPr>
        <p:sp>
          <p:nvSpPr>
            <p:cNvPr id="19" name="Line 19"/>
            <p:cNvSpPr/>
            <p:nvPr/>
          </p:nvSpPr>
          <p:spPr bwMode="auto">
            <a:xfrm>
              <a:off x="571500" y="6238875"/>
              <a:ext cx="11049000" cy="9525"/>
            </a:xfrm>
            <a:custGeom>
              <a:avLst/>
              <a:gdLst/>
              <a:ahLst/>
              <a:cxnLst/>
              <a:rect l="l" t="t" r="r" b="b"/>
              <a:pathLst>
                <a:path w="11049000" h="9525" fill="norm" stroke="1" extrusionOk="0">
                  <a:moveTo>
                    <a:pt x="0" y="0"/>
                  </a:moveTo>
                  <a:lnTo>
                    <a:pt x="11049000" y="0"/>
                  </a:lnTo>
                </a:path>
              </a:pathLst>
            </a:custGeom>
            <a:noFill/>
            <a:ln w="14288">
              <a:solidFill>
                <a:srgbClr val="2E2E33"/>
              </a:solidFill>
            </a:ln>
          </p:spPr>
        </p:sp>
        <p:sp>
          <p:nvSpPr>
            <p:cNvPr id="20" name="TextBox 20"/>
            <p:cNvSpPr txBox="1"/>
            <p:nvPr/>
          </p:nvSpPr>
          <p:spPr bwMode="auto">
            <a:xfrm>
              <a:off x="560070" y="6379845"/>
              <a:ext cx="2285143" cy="182880"/>
            </a:xfrm>
            <a:prstGeom prst="rect">
              <a:avLst/>
            </a:prstGeom>
            <a:noFill/>
            <a:ln>
              <a:noFill/>
            </a:ln>
          </p:spPr>
          <p:txBody>
            <a:bodyPr wrap="none" lIns="0" tIns="0" rIns="0" bIns="0" anchor="t" anchorCtr="0">
              <a:spAutoFit/>
            </a:bodyPr>
            <a:lstStyle/>
            <a:p>
              <a:pPr algn="l">
                <a:defRPr/>
              </a:pPr>
              <a:r>
                <a:rPr lang="zh-CN" sz="900">
                  <a:solidFill>
                    <a:srgbClr val="71717A"/>
                  </a:solidFill>
                  <a:latin typeface="Consolas"/>
                  <a:ea typeface="Microsoft YaHei"/>
                  <a:cs typeface="Consolas"/>
                </a:rPr>
                <a:t>FOCUS_CHECK: LETTERS_MUST_BE_SHARP</a:t>
              </a:r>
              <a:endParaRPr/>
            </a:p>
          </p:txBody>
        </p:sp>
        <p:sp>
          <p:nvSpPr>
            <p:cNvPr id="21" name="TextBox 21"/>
            <p:cNvSpPr txBox="1"/>
            <p:nvPr/>
          </p:nvSpPr>
          <p:spPr bwMode="auto">
            <a:xfrm>
              <a:off x="10810970" y="6379845"/>
              <a:ext cx="820960" cy="182880"/>
            </a:xfrm>
            <a:prstGeom prst="rect">
              <a:avLst/>
            </a:prstGeom>
            <a:noFill/>
            <a:ln>
              <a:noFill/>
            </a:ln>
          </p:spPr>
          <p:txBody>
            <a:bodyPr wrap="none" lIns="0" tIns="0" rIns="0" bIns="0" anchor="t" anchorCtr="0">
              <a:spAutoFit/>
            </a:bodyPr>
            <a:lstStyle/>
            <a:p>
              <a:pPr algn="r">
                <a:defRPr/>
              </a:pPr>
              <a:r>
                <a:rPr lang="zh-CN" sz="900">
                  <a:solidFill>
                    <a:srgbClr val="71717A"/>
                  </a:solidFill>
                  <a:latin typeface="Consolas"/>
                  <a:ea typeface="Microsoft YaHei"/>
                  <a:cs typeface="Consolas"/>
                </a:rPr>
                <a:t>PAGE_10 // 13</a:t>
              </a:r>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400" advClick="1">
        <p:fade thruBlk="0"/>
      </p:transition>
    </mc:Choice>
    <mc:Fallback>
      <p:transition spd="fast" advClick="1">
        <p:fade thruBlk="0"/>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839750266"/>
                                        </p:tgtEl>
                                        <p:attrNameLst>
                                          <p:attrName>style.visibility</p:attrName>
                                        </p:attrNameLst>
                                      </p:cBhvr>
                                      <p:to>
                                        <p:strVal val="visible"/>
                                      </p:to>
                                    </p:set>
                                    <p:animEffect transition="in" filter="fade">
                                      <p:cBhvr>
                                        <p:cTn id="7" dur="400"/>
                                        <p:tgtEl>
                                          <p:spTgt spid="1839750266"/>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1668800418"/>
                                        </p:tgtEl>
                                        <p:attrNameLst>
                                          <p:attrName>style.visibility</p:attrName>
                                        </p:attrNameLst>
                                      </p:cBhvr>
                                      <p:to>
                                        <p:strVal val="visible"/>
                                      </p:to>
                                    </p:set>
                                    <p:animEffect transition="in" filter="wipe(left)">
                                      <p:cBhvr>
                                        <p:cTn id="11" dur="400"/>
                                        <p:tgtEl>
                                          <p:spTgt spid="1668800418"/>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122956310"/>
                                        </p:tgtEl>
                                        <p:attrNameLst>
                                          <p:attrName>style.visibility</p:attrName>
                                        </p:attrNameLst>
                                      </p:cBhvr>
                                      <p:to>
                                        <p:strVal val="visible"/>
                                      </p:to>
                                    </p:set>
                                    <p:animEffect transition="in" filter="slide(fromBottom)">
                                      <p:cBhvr>
                                        <p:cTn id="15" dur="400"/>
                                        <p:tgtEl>
                                          <p:spTgt spid="122956310"/>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1305164592"/>
                                        </p:tgtEl>
                                        <p:attrNameLst>
                                          <p:attrName>style.visibility</p:attrName>
                                        </p:attrNameLst>
                                      </p:cBhvr>
                                      <p:to>
                                        <p:strVal val="visible"/>
                                      </p:to>
                                    </p:set>
                                    <p:animEffect transition="in" filter="fade">
                                      <p:cBhvr>
                                        <p:cTn id="19" dur="400"/>
                                        <p:tgtEl>
                                          <p:spTgt spid="13051645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9750266" grpId="0"/>
      <p:bldP spid="1668800418" grpId="0"/>
      <p:bldP spid="122956310" grpId="0"/>
      <p:bldP spid="1305164592" grpId="0"/>
    </p:bldLst>
  </p:timing>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59368127" name="Rectangle 2"/>
          <p:cNvSpPr/>
          <p:nvPr/>
        </p:nvSpPr>
        <p:spPr bwMode="auto">
          <a:xfrm>
            <a:off x="0" y="0"/>
            <a:ext cx="12192000" cy="6858000"/>
          </a:xfrm>
          <a:prstGeom prst="rect">
            <a:avLst/>
          </a:prstGeom>
          <a:pattFill prst="lgGrid">
            <a:fgClr>
              <a:srgbClr val="242428"/>
            </a:fgClr>
            <a:bgClr>
              <a:srgbClr val="121214"/>
            </a:bgClr>
          </a:pattFill>
          <a:ln>
            <a:noFill/>
          </a:ln>
        </p:spPr>
      </p:sp>
      <p:grpSp>
        <p:nvGrpSpPr>
          <p:cNvPr id="202020573" name="Group 5"/>
          <p:cNvGrpSpPr/>
          <p:nvPr/>
        </p:nvGrpSpPr>
        <p:grpSpPr bwMode="auto">
          <a:xfrm>
            <a:off x="560070" y="379095"/>
            <a:ext cx="11060430" cy="249555"/>
            <a:chOff x="560070" y="379095"/>
            <a:chExt cx="11060430" cy="249555"/>
          </a:xfrm>
        </p:grpSpPr>
        <p:sp>
          <p:nvSpPr>
            <p:cNvPr id="3" name="TextBox 3"/>
            <p:cNvSpPr txBox="1"/>
            <p:nvPr/>
          </p:nvSpPr>
          <p:spPr bwMode="auto">
            <a:xfrm>
              <a:off x="560070" y="379095"/>
              <a:ext cx="1919097" cy="182880"/>
            </a:xfrm>
            <a:prstGeom prst="rect">
              <a:avLst/>
            </a:prstGeom>
            <a:noFill/>
            <a:ln>
              <a:noFill/>
            </a:ln>
          </p:spPr>
          <p:txBody>
            <a:bodyPr wrap="none" lIns="0" tIns="0" rIns="0" bIns="0" anchor="t" anchorCtr="0">
              <a:spAutoFit/>
            </a:bodyPr>
            <a:lstStyle/>
            <a:p>
              <a:pPr algn="l">
                <a:defRPr/>
              </a:pPr>
              <a:r>
                <a:rPr lang="zh-CN" sz="900">
                  <a:solidFill>
                    <a:srgbClr val="71717A"/>
                  </a:solidFill>
                  <a:latin typeface="Consolas"/>
                  <a:ea typeface="Microsoft YaHei"/>
                  <a:cs typeface="Consolas"/>
                </a:rPr>
                <a:t>SYS.MEDIA_DECODE_LOCAL // P11</a:t>
              </a:r>
              <a:endParaRPr/>
            </a:p>
          </p:txBody>
        </p:sp>
        <p:sp>
          <p:nvSpPr>
            <p:cNvPr id="4" name="Line 4"/>
            <p:cNvSpPr/>
            <p:nvPr/>
          </p:nvSpPr>
          <p:spPr bwMode="auto">
            <a:xfrm>
              <a:off x="571500" y="619125"/>
              <a:ext cx="11049000" cy="9525"/>
            </a:xfrm>
            <a:custGeom>
              <a:avLst/>
              <a:gdLst/>
              <a:ahLst/>
              <a:cxnLst/>
              <a:rect l="l" t="t" r="r" b="b"/>
              <a:pathLst>
                <a:path w="11049000" h="9525" fill="norm" stroke="1" extrusionOk="0">
                  <a:moveTo>
                    <a:pt x="0" y="0"/>
                  </a:moveTo>
                  <a:lnTo>
                    <a:pt x="11049000" y="0"/>
                  </a:lnTo>
                </a:path>
              </a:pathLst>
            </a:custGeom>
            <a:noFill/>
            <a:ln w="14288">
              <a:solidFill>
                <a:srgbClr val="2E2E33"/>
              </a:solidFill>
            </a:ln>
          </p:spPr>
        </p:sp>
      </p:grpSp>
      <p:grpSp>
        <p:nvGrpSpPr>
          <p:cNvPr id="1249551823" name="Group 8"/>
          <p:cNvGrpSpPr/>
          <p:nvPr/>
        </p:nvGrpSpPr>
        <p:grpSpPr bwMode="auto">
          <a:xfrm>
            <a:off x="537210" y="1042035"/>
            <a:ext cx="5602224" cy="691515"/>
            <a:chOff x="537210" y="1042035"/>
            <a:chExt cx="5602224" cy="691515"/>
          </a:xfrm>
        </p:grpSpPr>
        <p:sp>
          <p:nvSpPr>
            <p:cNvPr id="6" name="TextBox 6"/>
            <p:cNvSpPr txBox="1"/>
            <p:nvPr/>
          </p:nvSpPr>
          <p:spPr bwMode="auto">
            <a:xfrm>
              <a:off x="537210" y="1042035"/>
              <a:ext cx="5342339" cy="548640"/>
            </a:xfrm>
            <a:prstGeom prst="rect">
              <a:avLst/>
            </a:prstGeom>
            <a:noFill/>
            <a:ln>
              <a:noFill/>
            </a:ln>
          </p:spPr>
          <p:txBody>
            <a:bodyPr wrap="none" lIns="0" tIns="0" rIns="0" bIns="0" anchor="t" anchorCtr="0">
              <a:spAutoFit/>
            </a:bodyPr>
            <a:lstStyle/>
            <a:p>
              <a:pPr algn="l">
                <a:defRPr/>
              </a:pPr>
              <a:r>
                <a:rPr lang="zh-CN" sz="2700" b="1">
                  <a:solidFill>
                    <a:srgbClr val="FFFFFF"/>
                  </a:solidFill>
                  <a:latin typeface="Arial"/>
                  <a:ea typeface="Microsoft YaHei"/>
                  <a:cs typeface="Arial"/>
                </a:rPr>
                <a:t>Audio &amp; Video: Local Playback</a:t>
              </a:r>
              <a:endParaRPr/>
            </a:p>
          </p:txBody>
        </p:sp>
        <p:sp>
          <p:nvSpPr>
            <p:cNvPr id="7" name="TextBox 7"/>
            <p:cNvSpPr txBox="1"/>
            <p:nvPr/>
          </p:nvSpPr>
          <p:spPr bwMode="auto">
            <a:xfrm>
              <a:off x="556260" y="1489710"/>
              <a:ext cx="5583174" cy="243840"/>
            </a:xfrm>
            <a:prstGeom prst="rect">
              <a:avLst/>
            </a:prstGeom>
            <a:noFill/>
            <a:ln>
              <a:noFill/>
            </a:ln>
          </p:spPr>
          <p:txBody>
            <a:bodyPr wrap="none" lIns="0" tIns="0" rIns="0" bIns="0" anchor="t" anchorCtr="0">
              <a:spAutoFit/>
            </a:bodyPr>
            <a:lstStyle/>
            <a:p>
              <a:pPr algn="l">
                <a:defRPr/>
              </a:pPr>
              <a:r>
                <a:rPr lang="zh-CN" sz="1200">
                  <a:solidFill>
                    <a:srgbClr val="A0A0AB"/>
                  </a:solidFill>
                  <a:latin typeface="Arial"/>
                  <a:ea typeface="Microsoft YaHei"/>
                  <a:cs typeface="Arial"/>
                </a:rPr>
                <a:t>Verification of local hardware decoders and audio rendering endpoints.</a:t>
              </a:r>
              <a:endParaRPr/>
            </a:p>
          </p:txBody>
        </p:sp>
      </p:grpSp>
      <p:grpSp>
        <p:nvGrpSpPr>
          <p:cNvPr id="1453191482" name="Group 22"/>
          <p:cNvGrpSpPr/>
          <p:nvPr/>
        </p:nvGrpSpPr>
        <p:grpSpPr bwMode="auto">
          <a:xfrm>
            <a:off x="571500" y="1905000"/>
            <a:ext cx="6477000" cy="3619500"/>
            <a:chOff x="571500" y="1905000"/>
            <a:chExt cx="6477000" cy="3619500"/>
          </a:xfrm>
        </p:grpSpPr>
        <p:sp>
          <p:nvSpPr>
            <p:cNvPr id="9" name="Rectangle 9"/>
            <p:cNvSpPr/>
            <p:nvPr/>
          </p:nvSpPr>
          <p:spPr bwMode="auto">
            <a:xfrm>
              <a:off x="571500" y="1905000"/>
              <a:ext cx="6477000" cy="3619500"/>
            </a:xfrm>
            <a:prstGeom prst="roundRect">
              <a:avLst>
                <a:gd name="adj" fmla="val 2105"/>
              </a:avLst>
            </a:prstGeom>
            <a:solidFill>
              <a:srgbClr val="1C1C1F"/>
            </a:solidFill>
            <a:ln w="14288">
              <a:solidFill>
                <a:srgbClr val="2E2E33"/>
              </a:solidFill>
            </a:ln>
          </p:spPr>
        </p:sp>
        <p:pic>
          <p:nvPicPr>
            <p:cNvPr id="10" name="Image 10"/>
            <p:cNvPicPr>
              <a:picLocks noChangeAspect="1"/>
            </p:cNvPicPr>
            <p:nvPr/>
          </p:nvPicPr>
          <p:blipFill rotWithShape="1">
            <a:blip r:embed="rId3"/>
            <a:srcRect l="1111" t="0" r="1111" b="0"/>
            <a:stretch/>
          </p:blipFill>
          <p:spPr bwMode="auto">
            <a:xfrm>
              <a:off x="762000" y="2095500"/>
              <a:ext cx="6096000" cy="2857500"/>
            </a:xfrm>
            <a:prstGeom prst="roundRect">
              <a:avLst>
                <a:gd name="adj" fmla="val 2000"/>
              </a:avLst>
            </a:prstGeom>
          </p:spPr>
        </p:pic>
        <p:sp>
          <p:nvSpPr>
            <p:cNvPr id="11" name="Rectangle 11"/>
            <p:cNvSpPr/>
            <p:nvPr/>
          </p:nvSpPr>
          <p:spPr bwMode="auto">
            <a:xfrm>
              <a:off x="762000" y="2095500"/>
              <a:ext cx="6096000" cy="2857500"/>
            </a:xfrm>
            <a:prstGeom prst="roundRect">
              <a:avLst>
                <a:gd name="adj" fmla="val 2000"/>
              </a:avLst>
            </a:prstGeom>
            <a:solidFill>
              <a:srgbClr val="121214">
                <a:alpha val="30000"/>
              </a:srgbClr>
            </a:solidFill>
            <a:ln w="9525">
              <a:solidFill>
                <a:srgbClr val="2E2E33"/>
              </a:solidFill>
            </a:ln>
          </p:spPr>
        </p:sp>
        <p:sp>
          <p:nvSpPr>
            <p:cNvPr id="12" name="Rectangle 12"/>
            <p:cNvSpPr/>
            <p:nvPr/>
          </p:nvSpPr>
          <p:spPr bwMode="auto">
            <a:xfrm>
              <a:off x="952500" y="4238625"/>
              <a:ext cx="5715000" cy="57150"/>
            </a:xfrm>
            <a:prstGeom prst="roundRect">
              <a:avLst>
                <a:gd name="adj" fmla="val 50000"/>
              </a:avLst>
            </a:prstGeom>
            <a:solidFill>
              <a:srgbClr val="121214">
                <a:alpha val="70000"/>
              </a:srgbClr>
            </a:solidFill>
            <a:ln>
              <a:noFill/>
            </a:ln>
          </p:spPr>
        </p:sp>
        <p:sp>
          <p:nvSpPr>
            <p:cNvPr id="13" name="Rectangle 13"/>
            <p:cNvSpPr/>
            <p:nvPr/>
          </p:nvSpPr>
          <p:spPr bwMode="auto">
            <a:xfrm>
              <a:off x="952500" y="4238625"/>
              <a:ext cx="2286000" cy="57150"/>
            </a:xfrm>
            <a:prstGeom prst="roundRect">
              <a:avLst>
                <a:gd name="adj" fmla="val 50000"/>
              </a:avLst>
            </a:prstGeom>
            <a:solidFill>
              <a:srgbClr val="00E5FF"/>
            </a:solidFill>
            <a:ln>
              <a:noFill/>
            </a:ln>
          </p:spPr>
        </p:sp>
        <p:sp>
          <p:nvSpPr>
            <p:cNvPr id="14" name="Ellipse 14"/>
            <p:cNvSpPr/>
            <p:nvPr/>
          </p:nvSpPr>
          <p:spPr bwMode="auto">
            <a:xfrm>
              <a:off x="3181350" y="4210050"/>
              <a:ext cx="114300" cy="114300"/>
            </a:xfrm>
            <a:prstGeom prst="ellipse">
              <a:avLst/>
            </a:prstGeom>
            <a:solidFill>
              <a:srgbClr val="FFFFFF"/>
            </a:solidFill>
            <a:ln>
              <a:noFill/>
            </a:ln>
          </p:spPr>
        </p:sp>
        <p:sp>
          <p:nvSpPr>
            <p:cNvPr id="15" name="Ellipse 15"/>
            <p:cNvSpPr/>
            <p:nvPr/>
          </p:nvSpPr>
          <p:spPr bwMode="auto">
            <a:xfrm>
              <a:off x="3505199" y="3219449"/>
              <a:ext cx="609600" cy="609600"/>
            </a:xfrm>
            <a:prstGeom prst="ellipse">
              <a:avLst/>
            </a:prstGeom>
            <a:solidFill>
              <a:srgbClr val="00E5FF">
                <a:alpha val="85000"/>
              </a:srgbClr>
            </a:solidFill>
            <a:ln>
              <a:noFill/>
            </a:ln>
          </p:spPr>
        </p:sp>
        <p:sp>
          <p:nvSpPr>
            <p:cNvPr id="16" name="Polygon 16"/>
            <p:cNvSpPr/>
            <p:nvPr/>
          </p:nvSpPr>
          <p:spPr bwMode="auto">
            <a:xfrm>
              <a:off x="3733800" y="3390900"/>
              <a:ext cx="209550" cy="266700"/>
            </a:xfrm>
            <a:custGeom>
              <a:avLst/>
              <a:gdLst/>
              <a:ahLst/>
              <a:cxnLst/>
              <a:rect l="l" t="t" r="r" b="b"/>
              <a:pathLst>
                <a:path w="209550" h="266700" fill="norm" stroke="1" extrusionOk="0">
                  <a:moveTo>
                    <a:pt x="0" y="0"/>
                  </a:moveTo>
                  <a:lnTo>
                    <a:pt x="209550" y="133350"/>
                  </a:lnTo>
                  <a:lnTo>
                    <a:pt x="0" y="266700"/>
                  </a:lnTo>
                  <a:close/>
                </a:path>
              </a:pathLst>
            </a:custGeom>
            <a:solidFill>
              <a:srgbClr val="121214"/>
            </a:solidFill>
            <a:ln>
              <a:noFill/>
            </a:ln>
          </p:spPr>
        </p:sp>
        <p:grpSp>
          <p:nvGrpSpPr>
            <p:cNvPr id="20" name="Group 20"/>
            <p:cNvGrpSpPr/>
            <p:nvPr/>
          </p:nvGrpSpPr>
          <p:grpSpPr bwMode="auto">
            <a:xfrm>
              <a:off x="976312" y="4555986"/>
              <a:ext cx="143218" cy="127278"/>
              <a:chOff x="976312" y="4555986"/>
              <a:chExt cx="143218" cy="127278"/>
            </a:xfrm>
          </p:grpSpPr>
          <p:sp>
            <p:nvSpPr>
              <p:cNvPr id="17" name="Freeform 17"/>
              <p:cNvSpPr/>
              <p:nvPr/>
            </p:nvSpPr>
            <p:spPr bwMode="auto">
              <a:xfrm>
                <a:off x="1071562" y="4587875"/>
                <a:ext cx="15875" cy="63500"/>
              </a:xfrm>
              <a:custGeom>
                <a:avLst/>
                <a:gdLst/>
                <a:ahLst/>
                <a:cxnLst/>
                <a:rect l="l" t="t" r="r" b="b"/>
                <a:pathLst>
                  <a:path w="15875" h="63500" fill="norm" stroke="1" extrusionOk="0">
                    <a:moveTo>
                      <a:pt x="0" y="0"/>
                    </a:moveTo>
                    <a:cubicBezTo>
                      <a:pt x="9994" y="7495"/>
                      <a:pt x="15875" y="19258"/>
                      <a:pt x="15875" y="31750"/>
                    </a:cubicBezTo>
                    <a:cubicBezTo>
                      <a:pt x="15875" y="44242"/>
                      <a:pt x="9994" y="56005"/>
                      <a:pt x="0" y="63500"/>
                    </a:cubicBezTo>
                  </a:path>
                </a:pathLst>
              </a:custGeom>
              <a:noFill/>
              <a:ln w="19050">
                <a:solidFill>
                  <a:srgbClr val="00E5FF"/>
                </a:solidFill>
              </a:ln>
            </p:spPr>
          </p:sp>
          <p:sp>
            <p:nvSpPr>
              <p:cNvPr id="18" name="Freeform 18"/>
              <p:cNvSpPr/>
              <p:nvPr/>
            </p:nvSpPr>
            <p:spPr bwMode="auto">
              <a:xfrm>
                <a:off x="1092994" y="4564062"/>
                <a:ext cx="26536" cy="111125"/>
              </a:xfrm>
              <a:custGeom>
                <a:avLst/>
                <a:gdLst/>
                <a:ahLst/>
                <a:cxnLst/>
                <a:rect l="l" t="t" r="r" b="b"/>
                <a:pathLst>
                  <a:path w="26536" h="111125" fill="norm" stroke="1" extrusionOk="0">
                    <a:moveTo>
                      <a:pt x="0" y="0"/>
                    </a:moveTo>
                    <a:cubicBezTo>
                      <a:pt x="16783" y="13563"/>
                      <a:pt x="26536" y="33984"/>
                      <a:pt x="26536" y="55562"/>
                    </a:cubicBezTo>
                    <a:cubicBezTo>
                      <a:pt x="26536" y="77141"/>
                      <a:pt x="16783" y="97562"/>
                      <a:pt x="0" y="111125"/>
                    </a:cubicBezTo>
                  </a:path>
                </a:pathLst>
              </a:custGeom>
              <a:noFill/>
              <a:ln w="19050">
                <a:solidFill>
                  <a:srgbClr val="00E5FF"/>
                </a:solidFill>
              </a:ln>
            </p:spPr>
          </p:sp>
          <p:sp>
            <p:nvSpPr>
              <p:cNvPr id="19" name="Freeform 19"/>
              <p:cNvSpPr/>
              <p:nvPr/>
            </p:nvSpPr>
            <p:spPr bwMode="auto">
              <a:xfrm>
                <a:off x="976312" y="4555986"/>
                <a:ext cx="64024" cy="127278"/>
              </a:xfrm>
              <a:custGeom>
                <a:avLst/>
                <a:gdLst/>
                <a:ahLst/>
                <a:cxnLst/>
                <a:rect l="l" t="t" r="r" b="b"/>
                <a:pathLst>
                  <a:path w="64024" h="127278" fill="norm" stroke="1" extrusionOk="0">
                    <a:moveTo>
                      <a:pt x="23812" y="87452"/>
                    </a:moveTo>
                    <a:lnTo>
                      <a:pt x="7937" y="87452"/>
                    </a:lnTo>
                    <a:cubicBezTo>
                      <a:pt x="3554" y="87452"/>
                      <a:pt x="0" y="83898"/>
                      <a:pt x="0" y="79514"/>
                    </a:cubicBezTo>
                    <a:lnTo>
                      <a:pt x="0" y="47764"/>
                    </a:lnTo>
                    <a:cubicBezTo>
                      <a:pt x="0" y="43380"/>
                      <a:pt x="3554" y="39827"/>
                      <a:pt x="7937" y="39827"/>
                    </a:cubicBezTo>
                    <a:lnTo>
                      <a:pt x="23812" y="39827"/>
                    </a:lnTo>
                    <a:lnTo>
                      <a:pt x="51594" y="4108"/>
                    </a:lnTo>
                    <a:cubicBezTo>
                      <a:pt x="53027" y="1324"/>
                      <a:pt x="56277" y="0"/>
                      <a:pt x="59248" y="990"/>
                    </a:cubicBezTo>
                    <a:cubicBezTo>
                      <a:pt x="62218" y="1981"/>
                      <a:pt x="64024" y="4989"/>
                      <a:pt x="63500" y="8077"/>
                    </a:cubicBezTo>
                    <a:lnTo>
                      <a:pt x="63500" y="119202"/>
                    </a:lnTo>
                    <a:cubicBezTo>
                      <a:pt x="64024" y="122289"/>
                      <a:pt x="62218" y="125298"/>
                      <a:pt x="59248" y="126288"/>
                    </a:cubicBezTo>
                    <a:cubicBezTo>
                      <a:pt x="56277" y="127278"/>
                      <a:pt x="53027" y="125955"/>
                      <a:pt x="51594" y="123170"/>
                    </a:cubicBezTo>
                    <a:lnTo>
                      <a:pt x="23812" y="87452"/>
                    </a:lnTo>
                  </a:path>
                </a:pathLst>
              </a:custGeom>
              <a:noFill/>
              <a:ln w="19050">
                <a:solidFill>
                  <a:srgbClr val="00E5FF"/>
                </a:solidFill>
              </a:ln>
            </p:spPr>
          </p:sp>
        </p:grpSp>
        <p:sp>
          <p:nvSpPr>
            <p:cNvPr id="21" name="TextBox 21"/>
            <p:cNvSpPr txBox="1"/>
            <p:nvPr/>
          </p:nvSpPr>
          <p:spPr bwMode="auto">
            <a:xfrm>
              <a:off x="1226820" y="4570095"/>
              <a:ext cx="2133624" cy="182880"/>
            </a:xfrm>
            <a:prstGeom prst="rect">
              <a:avLst/>
            </a:prstGeom>
            <a:noFill/>
            <a:ln>
              <a:noFill/>
            </a:ln>
          </p:spPr>
          <p:txBody>
            <a:bodyPr wrap="none" lIns="0" tIns="0" rIns="0" bIns="0" anchor="t" anchorCtr="0">
              <a:spAutoFit/>
            </a:bodyPr>
            <a:lstStyle/>
            <a:p>
              <a:pPr algn="l">
                <a:defRPr/>
              </a:pPr>
              <a:r>
                <a:rPr lang="zh-CN" sz="900" b="1">
                  <a:solidFill>
                    <a:srgbClr val="00E5FF"/>
                  </a:solidFill>
                  <a:latin typeface="Consolas"/>
                  <a:ea typeface="Microsoft YaHei"/>
                  <a:cs typeface="Consolas"/>
                </a:rPr>
                <a:t>AUDIO_TRACK: ACTIVE (STEREO 2.0)</a:t>
              </a:r>
              <a:endParaRPr/>
            </a:p>
          </p:txBody>
        </p:sp>
      </p:grpSp>
      <p:grpSp>
        <p:nvGrpSpPr>
          <p:cNvPr id="232895285" name="Group 32"/>
          <p:cNvGrpSpPr/>
          <p:nvPr/>
        </p:nvGrpSpPr>
        <p:grpSpPr bwMode="auto">
          <a:xfrm>
            <a:off x="7334250" y="1905000"/>
            <a:ext cx="4286250" cy="3619500"/>
            <a:chOff x="7334250" y="1905000"/>
            <a:chExt cx="4286250" cy="3619500"/>
          </a:xfrm>
        </p:grpSpPr>
        <p:sp>
          <p:nvSpPr>
            <p:cNvPr id="23" name="Rectangle 23"/>
            <p:cNvSpPr/>
            <p:nvPr/>
          </p:nvSpPr>
          <p:spPr bwMode="auto">
            <a:xfrm>
              <a:off x="7334250" y="1905000"/>
              <a:ext cx="4286250" cy="3619500"/>
            </a:xfrm>
            <a:prstGeom prst="roundRect">
              <a:avLst>
                <a:gd name="adj" fmla="val 2105"/>
              </a:avLst>
            </a:prstGeom>
            <a:solidFill>
              <a:srgbClr val="1C1C1F"/>
            </a:solidFill>
            <a:ln w="14288">
              <a:solidFill>
                <a:srgbClr val="2E2E33"/>
              </a:solidFill>
            </a:ln>
          </p:spPr>
        </p:sp>
        <p:sp>
          <p:nvSpPr>
            <p:cNvPr id="24" name="TextBox 24"/>
            <p:cNvSpPr txBox="1"/>
            <p:nvPr/>
          </p:nvSpPr>
          <p:spPr bwMode="auto">
            <a:xfrm>
              <a:off x="7551420" y="2188845"/>
              <a:ext cx="1727073" cy="182880"/>
            </a:xfrm>
            <a:prstGeom prst="rect">
              <a:avLst/>
            </a:prstGeom>
            <a:noFill/>
            <a:ln>
              <a:noFill/>
            </a:ln>
          </p:spPr>
          <p:txBody>
            <a:bodyPr wrap="none" lIns="0" tIns="0" rIns="0" bIns="0" anchor="t" anchorCtr="0">
              <a:spAutoFit/>
            </a:bodyPr>
            <a:lstStyle/>
            <a:p>
              <a:pPr algn="l">
                <a:defRPr/>
              </a:pPr>
              <a:r>
                <a:rPr lang="zh-CN" sz="900">
                  <a:solidFill>
                    <a:srgbClr val="71717A"/>
                  </a:solidFill>
                  <a:latin typeface="Consolas"/>
                  <a:ea typeface="Microsoft YaHei"/>
                  <a:cs typeface="Consolas"/>
                </a:rPr>
                <a:t>LOCAL_PLAYBACK // DECODE_A</a:t>
              </a:r>
              <a:endParaRPr/>
            </a:p>
          </p:txBody>
        </p:sp>
        <p:sp>
          <p:nvSpPr>
            <p:cNvPr id="25" name="TextBox 25"/>
            <p:cNvSpPr txBox="1"/>
            <p:nvPr/>
          </p:nvSpPr>
          <p:spPr bwMode="auto">
            <a:xfrm>
              <a:off x="7541895" y="2441258"/>
              <a:ext cx="2433059" cy="335280"/>
            </a:xfrm>
            <a:prstGeom prst="rect">
              <a:avLst/>
            </a:prstGeom>
            <a:noFill/>
            <a:ln>
              <a:noFill/>
            </a:ln>
          </p:spPr>
          <p:txBody>
            <a:bodyPr wrap="none" lIns="0" tIns="0" rIns="0" bIns="0" anchor="t" anchorCtr="0">
              <a:spAutoFit/>
            </a:bodyPr>
            <a:lstStyle/>
            <a:p>
              <a:pPr algn="l">
                <a:defRPr/>
              </a:pPr>
              <a:r>
                <a:rPr lang="zh-CN" sz="1650" b="1">
                  <a:solidFill>
                    <a:srgbClr val="FFFFFF"/>
                  </a:solidFill>
                  <a:latin typeface="Arial"/>
                  <a:ea typeface="Microsoft YaHei"/>
                  <a:cs typeface="Arial"/>
                </a:rPr>
                <a:t>MP4 Hardware Decode</a:t>
              </a:r>
              <a:endParaRPr/>
            </a:p>
          </p:txBody>
        </p:sp>
        <p:sp>
          <p:nvSpPr>
            <p:cNvPr id="26" name="TextBox 26"/>
            <p:cNvSpPr txBox="1"/>
            <p:nvPr/>
          </p:nvSpPr>
          <p:spPr bwMode="auto">
            <a:xfrm>
              <a:off x="7549515" y="2982278"/>
              <a:ext cx="3133725" cy="1165860"/>
            </a:xfrm>
            <a:prstGeom prst="rect">
              <a:avLst/>
            </a:prstGeom>
            <a:noFill/>
            <a:ln>
              <a:noFill/>
            </a:ln>
          </p:spPr>
          <p:txBody>
            <a:bodyPr wrap="square" lIns="0" tIns="0" rIns="0" bIns="0" anchor="t" anchorCtr="0"/>
            <a:lstStyle/>
            <a:p>
              <a:pPr algn="l">
                <a:lnSpc>
                  <a:spcPts val="1875"/>
                </a:lnSpc>
                <a:defRPr/>
              </a:pPr>
              <a:r>
                <a:rPr lang="zh-CN" sz="1050">
                  <a:solidFill>
                    <a:srgbClr val="A0A0AB"/>
                  </a:solidFill>
                  <a:latin typeface="Arial"/>
                  <a:ea typeface="Microsoft YaHei"/>
                  <a:cs typeface="Arial"/>
                </a:rPr>
                <a:t>• Tests system audio routing &amp; device endpoints </a:t>
              </a:r>
              <a:r>
                <a:rPr lang="zh-CN" sz="1050">
                  <a:solidFill>
                    <a:srgbClr val="A0A0AB"/>
                  </a:solidFill>
                  <a:latin typeface="Arial"/>
                  <a:ea typeface="Microsoft YaHei"/>
                  <a:cs typeface="Arial"/>
                </a:rPr>
                <a:t>• Verifies GPU-accelerated video rendering </a:t>
              </a:r>
              <a:r>
                <a:rPr lang="zh-CN" sz="1050">
                  <a:solidFill>
                    <a:srgbClr val="A0A0AB"/>
                  </a:solidFill>
                  <a:latin typeface="Arial"/>
                  <a:ea typeface="Microsoft YaHei"/>
                  <a:cs typeface="Arial"/>
                </a:rPr>
                <a:t>• Container: MPEG-4 Part 14 (.mp4) </a:t>
              </a:r>
              <a:r>
                <a:rPr lang="zh-CN" sz="1050">
                  <a:solidFill>
                    <a:srgbClr val="A0A0AB"/>
                  </a:solidFill>
                  <a:latin typeface="Arial"/>
                  <a:ea typeface="Microsoft YaHei"/>
                  <a:cs typeface="Arial"/>
                </a:rPr>
                <a:t>• Resolution: 1920x1080 @ 60 FPS target </a:t>
              </a:r>
              <a:r>
                <a:rPr lang="zh-CN" sz="1050">
                  <a:solidFill>
                    <a:srgbClr val="A0A0AB"/>
                  </a:solidFill>
                  <a:latin typeface="Arial"/>
                  <a:ea typeface="Microsoft YaHei"/>
                  <a:cs typeface="Arial"/>
                </a:rPr>
                <a:t>• Sync: Local clock synchronization check</a:t>
              </a:r>
              <a:endParaRPr/>
            </a:p>
          </p:txBody>
        </p:sp>
        <p:sp>
          <p:nvSpPr>
            <p:cNvPr id="27" name="Rectangle 27"/>
            <p:cNvSpPr/>
            <p:nvPr/>
          </p:nvSpPr>
          <p:spPr bwMode="auto">
            <a:xfrm>
              <a:off x="7562850" y="4762500"/>
              <a:ext cx="2000250" cy="304800"/>
            </a:xfrm>
            <a:prstGeom prst="roundRect">
              <a:avLst>
                <a:gd name="adj" fmla="val 50000"/>
              </a:avLst>
            </a:prstGeom>
            <a:solidFill>
              <a:srgbClr val="00E5FF">
                <a:alpha val="10000"/>
              </a:srgbClr>
            </a:solidFill>
            <a:ln>
              <a:noFill/>
            </a:ln>
          </p:spPr>
        </p:sp>
        <p:grpSp>
          <p:nvGrpSpPr>
            <p:cNvPr id="30" name="Group 30"/>
            <p:cNvGrpSpPr/>
            <p:nvPr/>
          </p:nvGrpSpPr>
          <p:grpSpPr bwMode="auto">
            <a:xfrm>
              <a:off x="7735577" y="4839978"/>
              <a:ext cx="149844" cy="149844"/>
              <a:chOff x="7735577" y="4839978"/>
              <a:chExt cx="149844" cy="149844"/>
            </a:xfrm>
          </p:grpSpPr>
          <p:sp>
            <p:nvSpPr>
              <p:cNvPr id="28" name="Freeform 28"/>
              <p:cNvSpPr/>
              <p:nvPr/>
            </p:nvSpPr>
            <p:spPr bwMode="auto">
              <a:xfrm>
                <a:off x="7735577" y="4839978"/>
                <a:ext cx="149844" cy="149844"/>
              </a:xfrm>
              <a:custGeom>
                <a:avLst/>
                <a:gdLst/>
                <a:ahLst/>
                <a:cxnLst/>
                <a:rect l="l" t="t" r="r" b="b"/>
                <a:pathLst>
                  <a:path w="149844" h="149844" fill="norm" stroke="1" extrusionOk="0">
                    <a:moveTo>
                      <a:pt x="61627" y="13938"/>
                    </a:moveTo>
                    <a:cubicBezTo>
                      <a:pt x="65008" y="0"/>
                      <a:pt x="84836" y="0"/>
                      <a:pt x="88217" y="13938"/>
                    </a:cubicBezTo>
                    <a:cubicBezTo>
                      <a:pt x="89246" y="18185"/>
                      <a:pt x="92242" y="21685"/>
                      <a:pt x="96279" y="23358"/>
                    </a:cubicBezTo>
                    <a:cubicBezTo>
                      <a:pt x="100316" y="25031"/>
                      <a:pt x="104909" y="24675"/>
                      <a:pt x="108641" y="22400"/>
                    </a:cubicBezTo>
                    <a:cubicBezTo>
                      <a:pt x="120888" y="14938"/>
                      <a:pt x="134914" y="28956"/>
                      <a:pt x="127452" y="41211"/>
                    </a:cubicBezTo>
                    <a:cubicBezTo>
                      <a:pt x="125181" y="44941"/>
                      <a:pt x="124826" y="49531"/>
                      <a:pt x="126496" y="53565"/>
                    </a:cubicBezTo>
                    <a:cubicBezTo>
                      <a:pt x="128167" y="57600"/>
                      <a:pt x="131663" y="60595"/>
                      <a:pt x="135906" y="61627"/>
                    </a:cubicBezTo>
                    <a:cubicBezTo>
                      <a:pt x="149844" y="65008"/>
                      <a:pt x="149844" y="84836"/>
                      <a:pt x="135906" y="88217"/>
                    </a:cubicBezTo>
                    <a:cubicBezTo>
                      <a:pt x="131659" y="89246"/>
                      <a:pt x="128159" y="92242"/>
                      <a:pt x="126486" y="96279"/>
                    </a:cubicBezTo>
                    <a:cubicBezTo>
                      <a:pt x="124813" y="100316"/>
                      <a:pt x="125170" y="104909"/>
                      <a:pt x="127444" y="108641"/>
                    </a:cubicBezTo>
                    <a:cubicBezTo>
                      <a:pt x="134906" y="120888"/>
                      <a:pt x="120888" y="134914"/>
                      <a:pt x="108633" y="127452"/>
                    </a:cubicBezTo>
                    <a:cubicBezTo>
                      <a:pt x="104903" y="125181"/>
                      <a:pt x="100313" y="124826"/>
                      <a:pt x="96279" y="126496"/>
                    </a:cubicBezTo>
                    <a:cubicBezTo>
                      <a:pt x="92244" y="128167"/>
                      <a:pt x="89249" y="131663"/>
                      <a:pt x="88217" y="135906"/>
                    </a:cubicBezTo>
                    <a:cubicBezTo>
                      <a:pt x="84836" y="149844"/>
                      <a:pt x="65008" y="149844"/>
                      <a:pt x="61627" y="135906"/>
                    </a:cubicBezTo>
                    <a:cubicBezTo>
                      <a:pt x="60598" y="131659"/>
                      <a:pt x="57602" y="128159"/>
                      <a:pt x="53565" y="126486"/>
                    </a:cubicBezTo>
                    <a:cubicBezTo>
                      <a:pt x="49528" y="124813"/>
                      <a:pt x="44935" y="125170"/>
                      <a:pt x="41204" y="127445"/>
                    </a:cubicBezTo>
                    <a:cubicBezTo>
                      <a:pt x="28956" y="134906"/>
                      <a:pt x="14930" y="120888"/>
                      <a:pt x="22392" y="108633"/>
                    </a:cubicBezTo>
                    <a:cubicBezTo>
                      <a:pt x="24663" y="104903"/>
                      <a:pt x="25019" y="100313"/>
                      <a:pt x="23348" y="96279"/>
                    </a:cubicBezTo>
                    <a:cubicBezTo>
                      <a:pt x="21677" y="92244"/>
                      <a:pt x="18181" y="89249"/>
                      <a:pt x="13938" y="88217"/>
                    </a:cubicBezTo>
                    <a:cubicBezTo>
                      <a:pt x="0" y="84836"/>
                      <a:pt x="0" y="65008"/>
                      <a:pt x="13938" y="61627"/>
                    </a:cubicBezTo>
                    <a:cubicBezTo>
                      <a:pt x="18185" y="60598"/>
                      <a:pt x="21685" y="57602"/>
                      <a:pt x="23358" y="53565"/>
                    </a:cubicBezTo>
                    <a:cubicBezTo>
                      <a:pt x="25031" y="49528"/>
                      <a:pt x="24675" y="44935"/>
                      <a:pt x="22400" y="41204"/>
                    </a:cubicBezTo>
                    <a:cubicBezTo>
                      <a:pt x="14938" y="28956"/>
                      <a:pt x="28956" y="14930"/>
                      <a:pt x="41211" y="22392"/>
                    </a:cubicBezTo>
                    <a:cubicBezTo>
                      <a:pt x="49149" y="27218"/>
                      <a:pt x="59436" y="22947"/>
                      <a:pt x="61627" y="13938"/>
                    </a:cubicBezTo>
                  </a:path>
                </a:pathLst>
              </a:custGeom>
              <a:noFill/>
              <a:ln w="19050">
                <a:solidFill>
                  <a:srgbClr val="00E5FF"/>
                </a:solidFill>
              </a:ln>
            </p:spPr>
          </p:sp>
          <p:sp>
            <p:nvSpPr>
              <p:cNvPr id="29" name="Freeform 29"/>
              <p:cNvSpPr/>
              <p:nvPr/>
            </p:nvSpPr>
            <p:spPr bwMode="auto">
              <a:xfrm>
                <a:off x="7786688" y="4891088"/>
                <a:ext cx="47625" cy="47625"/>
              </a:xfrm>
              <a:custGeom>
                <a:avLst/>
                <a:gdLst/>
                <a:ahLst/>
                <a:cxnLst/>
                <a:rect l="l" t="t" r="r" b="b"/>
                <a:pathLst>
                  <a:path w="47625" h="47625" fill="norm" stroke="1" extrusionOk="0">
                    <a:moveTo>
                      <a:pt x="0" y="23812"/>
                    </a:moveTo>
                    <a:cubicBezTo>
                      <a:pt x="0" y="36964"/>
                      <a:pt x="10661" y="47625"/>
                      <a:pt x="23812" y="47625"/>
                    </a:cubicBezTo>
                    <a:cubicBezTo>
                      <a:pt x="36964" y="47625"/>
                      <a:pt x="47625" y="36964"/>
                      <a:pt x="47625" y="23812"/>
                    </a:cubicBezTo>
                    <a:cubicBezTo>
                      <a:pt x="47625" y="10661"/>
                      <a:pt x="36964" y="0"/>
                      <a:pt x="23812" y="0"/>
                    </a:cubicBezTo>
                    <a:cubicBezTo>
                      <a:pt x="10661" y="0"/>
                      <a:pt x="0" y="10661"/>
                      <a:pt x="0" y="23812"/>
                    </a:cubicBezTo>
                  </a:path>
                </a:pathLst>
              </a:custGeom>
              <a:noFill/>
              <a:ln w="19050">
                <a:solidFill>
                  <a:srgbClr val="00E5FF"/>
                </a:solidFill>
              </a:ln>
            </p:spPr>
          </p:sp>
        </p:grpSp>
        <p:sp>
          <p:nvSpPr>
            <p:cNvPr id="31" name="TextBox 31"/>
            <p:cNvSpPr txBox="1"/>
            <p:nvPr/>
          </p:nvSpPr>
          <p:spPr bwMode="auto">
            <a:xfrm>
              <a:off x="7989570" y="4865370"/>
              <a:ext cx="1220010" cy="182880"/>
            </a:xfrm>
            <a:prstGeom prst="rect">
              <a:avLst/>
            </a:prstGeom>
            <a:noFill/>
            <a:ln>
              <a:noFill/>
            </a:ln>
          </p:spPr>
          <p:txBody>
            <a:bodyPr wrap="none" lIns="0" tIns="0" rIns="0" bIns="0" anchor="t" anchorCtr="0">
              <a:spAutoFit/>
            </a:bodyPr>
            <a:lstStyle/>
            <a:p>
              <a:pPr algn="l">
                <a:defRPr/>
              </a:pPr>
              <a:r>
                <a:rPr lang="zh-CN" sz="900" b="1">
                  <a:solidFill>
                    <a:srgbClr val="00E5FF"/>
                  </a:solidFill>
                  <a:latin typeface="Consolas"/>
                  <a:ea typeface="Microsoft YaHei"/>
                  <a:cs typeface="Consolas"/>
                </a:rPr>
                <a:t>DECODER: ACCEL_ON</a:t>
              </a:r>
              <a:endParaRPr/>
            </a:p>
          </p:txBody>
        </p:sp>
      </p:grpSp>
      <p:grpSp>
        <p:nvGrpSpPr>
          <p:cNvPr id="632964018" name="Group 34"/>
          <p:cNvGrpSpPr/>
          <p:nvPr/>
        </p:nvGrpSpPr>
        <p:grpSpPr bwMode="auto">
          <a:xfrm>
            <a:off x="2333696" y="5696902"/>
            <a:ext cx="7524606" cy="213360"/>
            <a:chOff x="2333696" y="5696902"/>
            <a:chExt cx="7524606" cy="213360"/>
          </a:xfrm>
        </p:grpSpPr>
        <p:sp>
          <p:nvSpPr>
            <p:cNvPr id="33" name="TextBox 33"/>
            <p:cNvSpPr txBox="1"/>
            <p:nvPr/>
          </p:nvSpPr>
          <p:spPr bwMode="auto">
            <a:xfrm>
              <a:off x="2333696" y="5696902"/>
              <a:ext cx="7524606" cy="213360"/>
            </a:xfrm>
            <a:prstGeom prst="rect">
              <a:avLst/>
            </a:prstGeom>
            <a:noFill/>
            <a:ln>
              <a:noFill/>
            </a:ln>
          </p:spPr>
          <p:txBody>
            <a:bodyPr wrap="none" lIns="0" tIns="0" rIns="0" bIns="0" anchor="t" anchorCtr="0">
              <a:spAutoFit/>
            </a:bodyPr>
            <a:lstStyle/>
            <a:p>
              <a:pPr algn="ctr">
                <a:defRPr/>
              </a:pPr>
              <a:r>
                <a:rPr lang="zh-CN" sz="1050">
                  <a:solidFill>
                    <a:srgbClr val="71717A"/>
                  </a:solidFill>
                  <a:latin typeface="Arial"/>
                  <a:ea typeface="Microsoft YaHei"/>
                  <a:cs typeface="Arial"/>
                </a:rPr>
                <a:t>*Trigger local video/audio block to test audio routing. Press spacebar or click to toggle local playback check.</a:t>
              </a:r>
              <a:endParaRPr/>
            </a:p>
          </p:txBody>
        </p:sp>
      </p:grpSp>
      <p:grpSp>
        <p:nvGrpSpPr>
          <p:cNvPr id="477769036" name="Group 38"/>
          <p:cNvGrpSpPr/>
          <p:nvPr/>
        </p:nvGrpSpPr>
        <p:grpSpPr bwMode="auto">
          <a:xfrm>
            <a:off x="560070" y="6238875"/>
            <a:ext cx="11071860" cy="323850"/>
            <a:chOff x="560070" y="6238875"/>
            <a:chExt cx="11071860" cy="323850"/>
          </a:xfrm>
        </p:grpSpPr>
        <p:sp>
          <p:nvSpPr>
            <p:cNvPr id="35" name="Line 35"/>
            <p:cNvSpPr/>
            <p:nvPr/>
          </p:nvSpPr>
          <p:spPr bwMode="auto">
            <a:xfrm>
              <a:off x="571500" y="6238875"/>
              <a:ext cx="11049000" cy="9525"/>
            </a:xfrm>
            <a:custGeom>
              <a:avLst/>
              <a:gdLst/>
              <a:ahLst/>
              <a:cxnLst/>
              <a:rect l="l" t="t" r="r" b="b"/>
              <a:pathLst>
                <a:path w="11049000" h="9525" fill="norm" stroke="1" extrusionOk="0">
                  <a:moveTo>
                    <a:pt x="0" y="0"/>
                  </a:moveTo>
                  <a:lnTo>
                    <a:pt x="11049000" y="0"/>
                  </a:lnTo>
                </a:path>
              </a:pathLst>
            </a:custGeom>
            <a:noFill/>
            <a:ln w="14288">
              <a:solidFill>
                <a:srgbClr val="2E2E33"/>
              </a:solidFill>
            </a:ln>
          </p:spPr>
        </p:sp>
        <p:sp>
          <p:nvSpPr>
            <p:cNvPr id="36" name="TextBox 36"/>
            <p:cNvSpPr txBox="1"/>
            <p:nvPr/>
          </p:nvSpPr>
          <p:spPr bwMode="auto">
            <a:xfrm>
              <a:off x="560070" y="6379845"/>
              <a:ext cx="2273141" cy="182880"/>
            </a:xfrm>
            <a:prstGeom prst="rect">
              <a:avLst/>
            </a:prstGeom>
            <a:noFill/>
            <a:ln>
              <a:noFill/>
            </a:ln>
          </p:spPr>
          <p:txBody>
            <a:bodyPr wrap="none" lIns="0" tIns="0" rIns="0" bIns="0" anchor="t" anchorCtr="0">
              <a:spAutoFit/>
            </a:bodyPr>
            <a:lstStyle/>
            <a:p>
              <a:pPr algn="l">
                <a:defRPr/>
              </a:pPr>
              <a:r>
                <a:rPr lang="zh-CN" sz="900">
                  <a:solidFill>
                    <a:srgbClr val="71717A"/>
                  </a:solidFill>
                  <a:latin typeface="Consolas"/>
                  <a:ea typeface="Microsoft YaHei"/>
                  <a:cs typeface="Consolas"/>
                </a:rPr>
                <a:t>MEDIA_CHECK: MP4_AUDIO_DECODE_TEST</a:t>
              </a:r>
              <a:endParaRPr/>
            </a:p>
          </p:txBody>
        </p:sp>
        <p:sp>
          <p:nvSpPr>
            <p:cNvPr id="37" name="TextBox 37"/>
            <p:cNvSpPr txBox="1"/>
            <p:nvPr/>
          </p:nvSpPr>
          <p:spPr bwMode="auto">
            <a:xfrm>
              <a:off x="10810970" y="6379845"/>
              <a:ext cx="820960" cy="182880"/>
            </a:xfrm>
            <a:prstGeom prst="rect">
              <a:avLst/>
            </a:prstGeom>
            <a:noFill/>
            <a:ln>
              <a:noFill/>
            </a:ln>
          </p:spPr>
          <p:txBody>
            <a:bodyPr wrap="none" lIns="0" tIns="0" rIns="0" bIns="0" anchor="t" anchorCtr="0">
              <a:spAutoFit/>
            </a:bodyPr>
            <a:lstStyle/>
            <a:p>
              <a:pPr algn="r">
                <a:defRPr/>
              </a:pPr>
              <a:r>
                <a:rPr lang="zh-CN" sz="900">
                  <a:solidFill>
                    <a:srgbClr val="71717A"/>
                  </a:solidFill>
                  <a:latin typeface="Consolas"/>
                  <a:ea typeface="Microsoft YaHei"/>
                  <a:cs typeface="Consolas"/>
                </a:rPr>
                <a:t>PAGE_11 // 15</a:t>
              </a:r>
              <a:endParaRPr/>
            </a:p>
          </p:txBody>
        </p:sp>
      </p:grpSp>
      <p:pic>
        <p:nvPicPr>
          <p:cNvPr id="1022559922" name="">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rotWithShape="1">
          <a:blip r:embed="rId4"/>
          <a:stretch/>
        </p:blipFill>
        <p:spPr bwMode="auto">
          <a:xfrm flipH="0" flipV="0">
            <a:off x="455892" y="1848357"/>
            <a:ext cx="6622142" cy="375324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400" advClick="1">
        <p:fade thruBlk="0"/>
      </p:transition>
    </mc:Choice>
    <mc:Fallback>
      <p:transition spd="fast" advClick="1">
        <p:fade thruBlk="0"/>
      </p:transition>
    </mc:Fallback>
  </mc:AlternateContent>
  <p:timing>
    <p:tnLst>
      <p:par>
        <p:cTn id="1" dur="indefinite" restart="never" nodeType="tmRoot">
          <p:childTnLst>
            <p:seq concurrent="1" nextAc="seek">
              <p:cTn id="2" dur="indefinite" nodeType="mainSeq">
                <p:childTnLst>
                  <p:par>
                    <p:cTn id="7" fill="hold">
                      <p:stCondLst>
                        <p:cond delay="indefinite"/>
                        <p:cond evt="begin" delay="0">
                          <p:tn val="2"/>
                        </p:cond>
                      </p:stCondLst>
                      <p:childTnLst>
                        <p:par>
                          <p:cTn id="20" fill="hold">
                            <p:stCondLst>
                              <p:cond delay="0"/>
                            </p:stCondLst>
                            <p:childTnLst>
                              <p:par>
                                <p:cTn id="21" presetID="10" presetClass="entr" presetSubtype="0" fill="hold" nodeType="afterEffect">
                                  <p:stCondLst>
                                    <p:cond delay="0"/>
                                  </p:stCondLst>
                                  <p:childTnLst>
                                    <p:set>
                                      <p:cBhvr>
                                        <p:cTn id="23" dur="1" fill="hold">
                                          <p:stCondLst>
                                            <p:cond delay="0"/>
                                          </p:stCondLst>
                                        </p:cTn>
                                        <p:tgtEl>
                                          <p:spTgt spid="1249551823"/>
                                        </p:tgtEl>
                                        <p:attrNameLst>
                                          <p:attrName>style.visibility</p:attrName>
                                        </p:attrNameLst>
                                      </p:cBhvr>
                                      <p:to>
                                        <p:strVal val="visible"/>
                                      </p:to>
                                    </p:set>
                                    <p:animEffect transition="in" filter="fade">
                                      <p:cBhvr>
                                        <p:cTn id="22" dur="400"/>
                                        <p:tgtEl>
                                          <p:spTgt spid="1249551823"/>
                                        </p:tgtEl>
                                      </p:cBhvr>
                                    </p:animEffect>
                                  </p:childTnLst>
                                </p:cTn>
                              </p:par>
                            </p:childTnLst>
                          </p:cTn>
                        </p:par>
                        <p:par>
                          <p:cTn id="16" fill="hold">
                            <p:stCondLst>
                              <p:cond delay="400"/>
                            </p:stCondLst>
                            <p:childTnLst>
                              <p:par>
                                <p:cTn id="17" presetID="22" presetClass="entr" presetSubtype="1" fill="hold" nodeType="afterEffect">
                                  <p:stCondLst>
                                    <p:cond delay="0"/>
                                  </p:stCondLst>
                                  <p:childTnLst>
                                    <p:set>
                                      <p:cBhvr>
                                        <p:cTn id="19" dur="1" fill="hold">
                                          <p:stCondLst>
                                            <p:cond delay="0"/>
                                          </p:stCondLst>
                                        </p:cTn>
                                        <p:tgtEl>
                                          <p:spTgt spid="1453191482"/>
                                        </p:tgtEl>
                                        <p:attrNameLst>
                                          <p:attrName>style.visibility</p:attrName>
                                        </p:attrNameLst>
                                      </p:cBhvr>
                                      <p:to>
                                        <p:strVal val="visible"/>
                                      </p:to>
                                    </p:set>
                                    <p:animEffect transition="in" filter="wipe(left)">
                                      <p:cBhvr>
                                        <p:cTn id="18" dur="400"/>
                                        <p:tgtEl>
                                          <p:spTgt spid="1453191482"/>
                                        </p:tgtEl>
                                      </p:cBhvr>
                                    </p:animEffect>
                                  </p:childTnLst>
                                </p:cTn>
                              </p:par>
                            </p:childTnLst>
                          </p:cTn>
                        </p:par>
                        <p:par>
                          <p:cTn id="12" fill="hold">
                            <p:stCondLst>
                              <p:cond delay="800"/>
                            </p:stCondLst>
                            <p:childTnLst>
                              <p:par>
                                <p:cTn id="13" presetID="2" presetClass="entr" presetSubtype="4" fill="hold" nodeType="afterEffect">
                                  <p:stCondLst>
                                    <p:cond delay="0"/>
                                  </p:stCondLst>
                                  <p:childTnLst>
                                    <p:set>
                                      <p:cBhvr>
                                        <p:cTn id="15" dur="1" fill="hold">
                                          <p:stCondLst>
                                            <p:cond delay="0"/>
                                          </p:stCondLst>
                                        </p:cTn>
                                        <p:tgtEl>
                                          <p:spTgt spid="232895285"/>
                                        </p:tgtEl>
                                        <p:attrNameLst>
                                          <p:attrName>style.visibility</p:attrName>
                                        </p:attrNameLst>
                                      </p:cBhvr>
                                      <p:to>
                                        <p:strVal val="visible"/>
                                      </p:to>
                                    </p:set>
                                    <p:animEffect transition="in" filter="slide(fromBottom)">
                                      <p:cBhvr>
                                        <p:cTn id="14" dur="400"/>
                                        <p:tgtEl>
                                          <p:spTgt spid="232895285"/>
                                        </p:tgtEl>
                                      </p:cBhvr>
                                    </p:animEffect>
                                  </p:childTnLst>
                                </p:cTn>
                              </p:par>
                            </p:childTnLst>
                          </p:cTn>
                        </p:par>
                        <p:par>
                          <p:cTn id="8" fill="hold">
                            <p:stCondLst>
                              <p:cond delay="1200"/>
                            </p:stCondLst>
                            <p:childTnLst>
                              <p:par>
                                <p:cTn id="9" presetID="10" presetClass="entr" presetSubtype="0" fill="hold" nodeType="afterEffect">
                                  <p:stCondLst>
                                    <p:cond delay="0"/>
                                  </p:stCondLst>
                                  <p:childTnLst>
                                    <p:set>
                                      <p:cBhvr>
                                        <p:cTn id="11" dur="1" fill="hold">
                                          <p:stCondLst>
                                            <p:cond delay="0"/>
                                          </p:stCondLst>
                                        </p:cTn>
                                        <p:tgtEl>
                                          <p:spTgt spid="632964018"/>
                                        </p:tgtEl>
                                        <p:attrNameLst>
                                          <p:attrName>style.visibility</p:attrName>
                                        </p:attrNameLst>
                                      </p:cBhvr>
                                      <p:to>
                                        <p:strVal val="visible"/>
                                      </p:to>
                                    </p:set>
                                    <p:animEffect transition="in" filter="fade">
                                      <p:cBhvr>
                                        <p:cTn id="10" dur="400"/>
                                        <p:tgtEl>
                                          <p:spTgt spid="632964018"/>
                                        </p:tgtEl>
                                      </p:cBhvr>
                                    </p:animEffect>
                                  </p:childTnLst>
                                </p:cTn>
                              </p:par>
                            </p:childTnLst>
                          </p:cTn>
                        </p:par>
                      </p:childTnLst>
                    </p:cTn>
                  </p:par>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25599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551823" grpId="0"/>
      <p:bldP spid="1453191482" grpId="0"/>
      <p:bldP spid="232895285" grpId="0"/>
      <p:bldP spid="632964018" grpId="0"/>
    </p:bldLst>
  </p:timing>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60990765" name="Rectangle 2"/>
          <p:cNvSpPr/>
          <p:nvPr/>
        </p:nvSpPr>
        <p:spPr bwMode="auto">
          <a:xfrm>
            <a:off x="0" y="0"/>
            <a:ext cx="12192000" cy="6858000"/>
          </a:xfrm>
          <a:prstGeom prst="rect">
            <a:avLst/>
          </a:prstGeom>
          <a:pattFill prst="lgGrid">
            <a:fgClr>
              <a:srgbClr val="242428"/>
            </a:fgClr>
            <a:bgClr>
              <a:srgbClr val="121214"/>
            </a:bgClr>
          </a:pattFill>
          <a:ln>
            <a:noFill/>
          </a:ln>
        </p:spPr>
      </p:sp>
      <p:grpSp>
        <p:nvGrpSpPr>
          <p:cNvPr id="568214532" name="Group 5"/>
          <p:cNvGrpSpPr/>
          <p:nvPr/>
        </p:nvGrpSpPr>
        <p:grpSpPr bwMode="auto">
          <a:xfrm>
            <a:off x="560070" y="379095"/>
            <a:ext cx="11060430" cy="249555"/>
            <a:chOff x="560070" y="379095"/>
            <a:chExt cx="11060430" cy="249555"/>
          </a:xfrm>
        </p:grpSpPr>
        <p:sp>
          <p:nvSpPr>
            <p:cNvPr id="3" name="TextBox 3"/>
            <p:cNvSpPr txBox="1"/>
            <p:nvPr/>
          </p:nvSpPr>
          <p:spPr bwMode="auto">
            <a:xfrm>
              <a:off x="560070" y="379095"/>
              <a:ext cx="1985105" cy="182880"/>
            </a:xfrm>
            <a:prstGeom prst="rect">
              <a:avLst/>
            </a:prstGeom>
            <a:noFill/>
            <a:ln>
              <a:noFill/>
            </a:ln>
          </p:spPr>
          <p:txBody>
            <a:bodyPr wrap="none" lIns="0" tIns="0" rIns="0" bIns="0" anchor="t" anchorCtr="0">
              <a:spAutoFit/>
            </a:bodyPr>
            <a:lstStyle/>
            <a:p>
              <a:pPr algn="l">
                <a:defRPr/>
              </a:pPr>
              <a:r>
                <a:rPr lang="zh-CN" sz="900">
                  <a:solidFill>
                    <a:srgbClr val="71717A"/>
                  </a:solidFill>
                  <a:latin typeface="Consolas"/>
                  <a:ea typeface="Microsoft YaHei"/>
                  <a:cs typeface="Consolas"/>
                </a:rPr>
                <a:t>SYS.MEDIA_DECODE_STREAM // P12</a:t>
              </a:r>
              <a:endParaRPr/>
            </a:p>
          </p:txBody>
        </p:sp>
        <p:sp>
          <p:nvSpPr>
            <p:cNvPr id="4" name="Line 4"/>
            <p:cNvSpPr/>
            <p:nvPr/>
          </p:nvSpPr>
          <p:spPr bwMode="auto">
            <a:xfrm>
              <a:off x="571500" y="619125"/>
              <a:ext cx="11049000" cy="9525"/>
            </a:xfrm>
            <a:custGeom>
              <a:avLst/>
              <a:gdLst/>
              <a:ahLst/>
              <a:cxnLst/>
              <a:rect l="l" t="t" r="r" b="b"/>
              <a:pathLst>
                <a:path w="11049000" h="9525" fill="norm" stroke="1" extrusionOk="0">
                  <a:moveTo>
                    <a:pt x="0" y="0"/>
                  </a:moveTo>
                  <a:lnTo>
                    <a:pt x="11049000" y="0"/>
                  </a:lnTo>
                </a:path>
              </a:pathLst>
            </a:custGeom>
            <a:noFill/>
            <a:ln w="14288">
              <a:solidFill>
                <a:srgbClr val="2E2E33"/>
              </a:solidFill>
            </a:ln>
          </p:spPr>
        </p:sp>
      </p:grpSp>
      <p:grpSp>
        <p:nvGrpSpPr>
          <p:cNvPr id="1095093449" name="Group 8"/>
          <p:cNvGrpSpPr/>
          <p:nvPr/>
        </p:nvGrpSpPr>
        <p:grpSpPr bwMode="auto">
          <a:xfrm>
            <a:off x="537210" y="1042035"/>
            <a:ext cx="6306312" cy="691515"/>
            <a:chOff x="537210" y="1042035"/>
            <a:chExt cx="6306312" cy="691515"/>
          </a:xfrm>
        </p:grpSpPr>
        <p:sp>
          <p:nvSpPr>
            <p:cNvPr id="6" name="TextBox 6"/>
            <p:cNvSpPr txBox="1"/>
            <p:nvPr/>
          </p:nvSpPr>
          <p:spPr bwMode="auto">
            <a:xfrm>
              <a:off x="537210" y="1042035"/>
              <a:ext cx="6136238" cy="548640"/>
            </a:xfrm>
            <a:prstGeom prst="rect">
              <a:avLst/>
            </a:prstGeom>
            <a:noFill/>
            <a:ln>
              <a:noFill/>
            </a:ln>
          </p:spPr>
          <p:txBody>
            <a:bodyPr wrap="none" lIns="0" tIns="0" rIns="0" bIns="0" anchor="t" anchorCtr="0">
              <a:spAutoFit/>
            </a:bodyPr>
            <a:lstStyle/>
            <a:p>
              <a:pPr algn="l">
                <a:defRPr/>
              </a:pPr>
              <a:r>
                <a:rPr lang="zh-CN" sz="2700" b="1">
                  <a:solidFill>
                    <a:srgbClr val="FFFFFF"/>
                  </a:solidFill>
                  <a:latin typeface="Arial"/>
                  <a:ea typeface="Microsoft YaHei"/>
                  <a:cs typeface="Arial"/>
                </a:rPr>
                <a:t>Audio &amp; Video: YouTube Streaming</a:t>
              </a:r>
              <a:endParaRPr/>
            </a:p>
          </p:txBody>
        </p:sp>
        <p:sp>
          <p:nvSpPr>
            <p:cNvPr id="7" name="TextBox 7"/>
            <p:cNvSpPr txBox="1"/>
            <p:nvPr/>
          </p:nvSpPr>
          <p:spPr bwMode="auto">
            <a:xfrm>
              <a:off x="556260" y="1489710"/>
              <a:ext cx="6287262" cy="243840"/>
            </a:xfrm>
            <a:prstGeom prst="rect">
              <a:avLst/>
            </a:prstGeom>
            <a:noFill/>
            <a:ln>
              <a:noFill/>
            </a:ln>
          </p:spPr>
          <p:txBody>
            <a:bodyPr wrap="none" lIns="0" tIns="0" rIns="0" bIns="0" anchor="t" anchorCtr="0">
              <a:spAutoFit/>
            </a:bodyPr>
            <a:lstStyle/>
            <a:p>
              <a:pPr algn="l">
                <a:defRPr/>
              </a:pPr>
              <a:r>
                <a:rPr lang="zh-CN" sz="1200">
                  <a:solidFill>
                    <a:srgbClr val="A0A0AB"/>
                  </a:solidFill>
                  <a:latin typeface="Arial"/>
                  <a:ea typeface="Microsoft YaHei"/>
                  <a:cs typeface="Arial"/>
                </a:rPr>
                <a:t>Verification of network streaming buffers and online video integration latency.</a:t>
              </a:r>
              <a:endParaRPr/>
            </a:p>
          </p:txBody>
        </p:sp>
      </p:grpSp>
      <p:grpSp>
        <p:nvGrpSpPr>
          <p:cNvPr id="530179364" name="Group 19"/>
          <p:cNvGrpSpPr/>
          <p:nvPr/>
        </p:nvGrpSpPr>
        <p:grpSpPr bwMode="auto">
          <a:xfrm>
            <a:off x="571500" y="1995714"/>
            <a:ext cx="6477000" cy="3619500"/>
            <a:chOff x="571500" y="1905000"/>
            <a:chExt cx="6477000" cy="3619500"/>
          </a:xfrm>
        </p:grpSpPr>
        <p:sp>
          <p:nvSpPr>
            <p:cNvPr id="9" name="Rectangle 9"/>
            <p:cNvSpPr/>
            <p:nvPr/>
          </p:nvSpPr>
          <p:spPr bwMode="auto">
            <a:xfrm>
              <a:off x="571500" y="1905000"/>
              <a:ext cx="6477000" cy="3619500"/>
            </a:xfrm>
            <a:prstGeom prst="roundRect">
              <a:avLst>
                <a:gd name="adj" fmla="val 2105"/>
              </a:avLst>
            </a:prstGeom>
            <a:solidFill>
              <a:srgbClr val="0A0A0C"/>
            </a:solidFill>
            <a:ln w="14288">
              <a:solidFill>
                <a:srgbClr val="FF0000"/>
              </a:solidFill>
            </a:ln>
          </p:spPr>
        </p:sp>
        <p:sp>
          <p:nvSpPr>
            <p:cNvPr id="10" name="Line 10"/>
            <p:cNvSpPr/>
            <p:nvPr/>
          </p:nvSpPr>
          <p:spPr bwMode="auto">
            <a:xfrm>
              <a:off x="571500" y="3714750"/>
              <a:ext cx="6477000" cy="9525"/>
            </a:xfrm>
            <a:custGeom>
              <a:avLst/>
              <a:gdLst/>
              <a:ahLst/>
              <a:cxnLst/>
              <a:rect l="l" t="t" r="r" b="b"/>
              <a:pathLst>
                <a:path w="6477000" h="9525" fill="norm" stroke="1" extrusionOk="0">
                  <a:moveTo>
                    <a:pt x="0" y="0"/>
                  </a:moveTo>
                  <a:lnTo>
                    <a:pt x="6477000" y="0"/>
                  </a:lnTo>
                </a:path>
              </a:pathLst>
            </a:custGeom>
            <a:noFill/>
            <a:ln w="9525">
              <a:solidFill>
                <a:srgbClr val="1C1C1F"/>
              </a:solidFill>
            </a:ln>
          </p:spPr>
        </p:sp>
        <p:sp>
          <p:nvSpPr>
            <p:cNvPr id="11" name="Line 11"/>
            <p:cNvSpPr/>
            <p:nvPr/>
          </p:nvSpPr>
          <p:spPr bwMode="auto">
            <a:xfrm>
              <a:off x="3810000" y="1905000"/>
              <a:ext cx="9525" cy="3619500"/>
            </a:xfrm>
            <a:custGeom>
              <a:avLst/>
              <a:gdLst/>
              <a:ahLst/>
              <a:cxnLst/>
              <a:rect l="l" t="t" r="r" b="b"/>
              <a:pathLst>
                <a:path w="9525" h="3619500" fill="norm" stroke="1" extrusionOk="0">
                  <a:moveTo>
                    <a:pt x="0" y="0"/>
                  </a:moveTo>
                  <a:lnTo>
                    <a:pt x="0" y="3619500"/>
                  </a:lnTo>
                </a:path>
              </a:pathLst>
            </a:custGeom>
            <a:noFill/>
            <a:ln w="9525">
              <a:solidFill>
                <a:srgbClr val="1C1C1F"/>
              </a:solidFill>
            </a:ln>
          </p:spPr>
        </p:sp>
        <p:sp>
          <p:nvSpPr>
            <p:cNvPr id="12" name="Rectangle 12"/>
            <p:cNvSpPr/>
            <p:nvPr/>
          </p:nvSpPr>
          <p:spPr bwMode="auto">
            <a:xfrm>
              <a:off x="3333750" y="3429000"/>
              <a:ext cx="952500" cy="571500"/>
            </a:xfrm>
            <a:prstGeom prst="roundRect">
              <a:avLst>
                <a:gd name="adj" fmla="val 23333"/>
              </a:avLst>
            </a:prstGeom>
            <a:solidFill>
              <a:srgbClr val="FF0000"/>
            </a:solidFill>
            <a:ln>
              <a:noFill/>
            </a:ln>
          </p:spPr>
        </p:sp>
        <p:sp>
          <p:nvSpPr>
            <p:cNvPr id="13" name="Polygon 13"/>
            <p:cNvSpPr/>
            <p:nvPr/>
          </p:nvSpPr>
          <p:spPr bwMode="auto">
            <a:xfrm>
              <a:off x="3733800" y="3581400"/>
              <a:ext cx="247650" cy="266700"/>
            </a:xfrm>
            <a:custGeom>
              <a:avLst/>
              <a:gdLst/>
              <a:ahLst/>
              <a:cxnLst/>
              <a:rect l="l" t="t" r="r" b="b"/>
              <a:pathLst>
                <a:path w="247650" h="266700" fill="norm" stroke="1" extrusionOk="0">
                  <a:moveTo>
                    <a:pt x="0" y="0"/>
                  </a:moveTo>
                  <a:lnTo>
                    <a:pt x="247650" y="133350"/>
                  </a:lnTo>
                  <a:lnTo>
                    <a:pt x="0" y="266700"/>
                  </a:lnTo>
                  <a:close/>
                </a:path>
              </a:pathLst>
            </a:custGeom>
            <a:solidFill>
              <a:srgbClr val="FFFFFF"/>
            </a:solidFill>
            <a:ln>
              <a:noFill/>
            </a:ln>
          </p:spPr>
        </p:sp>
        <p:grpSp>
          <p:nvGrpSpPr>
            <p:cNvPr id="16" name="Group 16"/>
            <p:cNvGrpSpPr/>
            <p:nvPr/>
          </p:nvGrpSpPr>
          <p:grpSpPr bwMode="auto">
            <a:xfrm>
              <a:off x="968375" y="4556125"/>
              <a:ext cx="158750" cy="127000"/>
              <a:chOff x="968375" y="4556125"/>
              <a:chExt cx="158750" cy="127000"/>
            </a:xfrm>
          </p:grpSpPr>
          <p:sp>
            <p:nvSpPr>
              <p:cNvPr id="14" name="Freeform 14"/>
              <p:cNvSpPr/>
              <p:nvPr/>
            </p:nvSpPr>
            <p:spPr bwMode="auto">
              <a:xfrm>
                <a:off x="968375" y="4556125"/>
                <a:ext cx="158750" cy="127000"/>
              </a:xfrm>
              <a:custGeom>
                <a:avLst/>
                <a:gdLst/>
                <a:ahLst/>
                <a:cxnLst/>
                <a:rect l="l" t="t" r="r" b="b"/>
                <a:pathLst>
                  <a:path w="158750" h="127000" fill="norm" stroke="1" extrusionOk="0">
                    <a:moveTo>
                      <a:pt x="0" y="31750"/>
                    </a:moveTo>
                    <a:cubicBezTo>
                      <a:pt x="0" y="14215"/>
                      <a:pt x="14215" y="0"/>
                      <a:pt x="31750" y="0"/>
                    </a:cubicBezTo>
                    <a:lnTo>
                      <a:pt x="127000" y="0"/>
                    </a:lnTo>
                    <a:cubicBezTo>
                      <a:pt x="144535" y="0"/>
                      <a:pt x="158750" y="14215"/>
                      <a:pt x="158750" y="31750"/>
                    </a:cubicBezTo>
                    <a:lnTo>
                      <a:pt x="158750" y="95250"/>
                    </a:lnTo>
                    <a:cubicBezTo>
                      <a:pt x="158750" y="112785"/>
                      <a:pt x="144535" y="127000"/>
                      <a:pt x="127000" y="127000"/>
                    </a:cubicBezTo>
                    <a:lnTo>
                      <a:pt x="31750" y="127000"/>
                    </a:lnTo>
                    <a:cubicBezTo>
                      <a:pt x="14215" y="127000"/>
                      <a:pt x="0" y="112785"/>
                      <a:pt x="0" y="95250"/>
                    </a:cubicBezTo>
                    <a:lnTo>
                      <a:pt x="0" y="31750"/>
                    </a:lnTo>
                  </a:path>
                </a:pathLst>
              </a:custGeom>
              <a:noFill/>
              <a:ln w="19050">
                <a:solidFill>
                  <a:srgbClr val="FF0000"/>
                </a:solidFill>
              </a:ln>
            </p:spPr>
          </p:sp>
          <p:sp>
            <p:nvSpPr>
              <p:cNvPr id="15" name="Freeform 15"/>
              <p:cNvSpPr/>
              <p:nvPr/>
            </p:nvSpPr>
            <p:spPr bwMode="auto">
              <a:xfrm>
                <a:off x="1031875" y="4595812"/>
                <a:ext cx="39687" cy="47625"/>
              </a:xfrm>
              <a:custGeom>
                <a:avLst/>
                <a:gdLst/>
                <a:ahLst/>
                <a:cxnLst/>
                <a:rect l="l" t="t" r="r" b="b"/>
                <a:pathLst>
                  <a:path w="39688" h="47625" fill="norm" stroke="1" extrusionOk="0">
                    <a:moveTo>
                      <a:pt x="0" y="0"/>
                    </a:moveTo>
                    <a:lnTo>
                      <a:pt x="39688" y="23812"/>
                    </a:lnTo>
                    <a:lnTo>
                      <a:pt x="0" y="47625"/>
                    </a:lnTo>
                    <a:lnTo>
                      <a:pt x="0" y="0"/>
                    </a:lnTo>
                  </a:path>
                </a:pathLst>
              </a:custGeom>
              <a:noFill/>
              <a:ln w="19050">
                <a:solidFill>
                  <a:srgbClr val="FF0000"/>
                </a:solidFill>
              </a:ln>
            </p:spPr>
          </p:sp>
        </p:grpSp>
        <p:sp>
          <p:nvSpPr>
            <p:cNvPr id="17" name="TextBox 17"/>
            <p:cNvSpPr txBox="1"/>
            <p:nvPr/>
          </p:nvSpPr>
          <p:spPr bwMode="auto">
            <a:xfrm>
              <a:off x="1226820" y="4570095"/>
              <a:ext cx="2165128" cy="182880"/>
            </a:xfrm>
            <a:prstGeom prst="rect">
              <a:avLst/>
            </a:prstGeom>
            <a:noFill/>
            <a:ln>
              <a:noFill/>
            </a:ln>
          </p:spPr>
          <p:txBody>
            <a:bodyPr wrap="none" lIns="0" tIns="0" rIns="0" bIns="0" anchor="t" anchorCtr="0">
              <a:spAutoFit/>
            </a:bodyPr>
            <a:lstStyle/>
            <a:p>
              <a:pPr algn="l">
                <a:defRPr/>
              </a:pPr>
              <a:r>
                <a:rPr lang="zh-CN" sz="900" b="1" u="sng">
                  <a:solidFill>
                    <a:srgbClr val="FF0000"/>
                  </a:solidFill>
                  <a:latin typeface="Arial"/>
                  <a:ea typeface="Microsoft YaHei"/>
                  <a:cs typeface="Arial"/>
                </a:rPr>
                <a:t>▶️ click to play youtube sync check</a:t>
              </a:r>
              <a:endParaRPr/>
            </a:p>
          </p:txBody>
        </p:sp>
        <p:sp>
          <p:nvSpPr>
            <p:cNvPr id="18" name="TextBox 18"/>
            <p:cNvSpPr txBox="1"/>
            <p:nvPr/>
          </p:nvSpPr>
          <p:spPr bwMode="auto">
            <a:xfrm>
              <a:off x="1229678" y="4784884"/>
              <a:ext cx="1808369" cy="137160"/>
            </a:xfrm>
            <a:prstGeom prst="rect">
              <a:avLst/>
            </a:prstGeom>
            <a:noFill/>
            <a:ln>
              <a:noFill/>
            </a:ln>
          </p:spPr>
          <p:txBody>
            <a:bodyPr wrap="none" lIns="0" tIns="0" rIns="0" bIns="0" anchor="t" anchorCtr="0">
              <a:spAutoFit/>
            </a:bodyPr>
            <a:lstStyle/>
            <a:p>
              <a:pPr algn="l">
                <a:defRPr/>
              </a:pPr>
              <a:r>
                <a:rPr lang="zh-CN" sz="700">
                  <a:solidFill>
                    <a:srgbClr val="71717A"/>
                  </a:solidFill>
                  <a:latin typeface="Consolas"/>
                  <a:ea typeface="Microsoft YaHei"/>
                  <a:cs typeface="Consolas"/>
                </a:rPr>
                <a:t>URL: youtube.com/watch?v=ucZl6vQ_8Uo</a:t>
              </a:r>
              <a:endParaRPr/>
            </a:p>
          </p:txBody>
        </p:sp>
      </p:grpSp>
      <p:grpSp>
        <p:nvGrpSpPr>
          <p:cNvPr id="670073446" name="Group 29"/>
          <p:cNvGrpSpPr/>
          <p:nvPr/>
        </p:nvGrpSpPr>
        <p:grpSpPr bwMode="auto">
          <a:xfrm>
            <a:off x="7334250" y="1905000"/>
            <a:ext cx="4286250" cy="3619500"/>
            <a:chOff x="7334250" y="1905000"/>
            <a:chExt cx="4286250" cy="3619500"/>
          </a:xfrm>
        </p:grpSpPr>
        <p:sp>
          <p:nvSpPr>
            <p:cNvPr id="20" name="Rectangle 20"/>
            <p:cNvSpPr/>
            <p:nvPr/>
          </p:nvSpPr>
          <p:spPr bwMode="auto">
            <a:xfrm>
              <a:off x="7334250" y="1905000"/>
              <a:ext cx="4286250" cy="3619500"/>
            </a:xfrm>
            <a:prstGeom prst="roundRect">
              <a:avLst>
                <a:gd name="adj" fmla="val 2105"/>
              </a:avLst>
            </a:prstGeom>
            <a:solidFill>
              <a:srgbClr val="1C1C1F"/>
            </a:solidFill>
            <a:ln w="14288">
              <a:solidFill>
                <a:srgbClr val="2E2E33"/>
              </a:solidFill>
            </a:ln>
          </p:spPr>
        </p:sp>
        <p:sp>
          <p:nvSpPr>
            <p:cNvPr id="21" name="TextBox 21"/>
            <p:cNvSpPr txBox="1"/>
            <p:nvPr/>
          </p:nvSpPr>
          <p:spPr bwMode="auto">
            <a:xfrm>
              <a:off x="7551420" y="2188845"/>
              <a:ext cx="1883092" cy="182880"/>
            </a:xfrm>
            <a:prstGeom prst="rect">
              <a:avLst/>
            </a:prstGeom>
            <a:noFill/>
            <a:ln>
              <a:noFill/>
            </a:ln>
          </p:spPr>
          <p:txBody>
            <a:bodyPr wrap="none" lIns="0" tIns="0" rIns="0" bIns="0" anchor="t" anchorCtr="0">
              <a:spAutoFit/>
            </a:bodyPr>
            <a:lstStyle/>
            <a:p>
              <a:pPr algn="l">
                <a:defRPr/>
              </a:pPr>
              <a:r>
                <a:rPr lang="zh-CN" sz="900">
                  <a:solidFill>
                    <a:srgbClr val="71717A"/>
                  </a:solidFill>
                  <a:latin typeface="Consolas"/>
                  <a:ea typeface="Microsoft YaHei"/>
                  <a:cs typeface="Consolas"/>
                </a:rPr>
                <a:t>NETWORK_PLAYBACK // STREAM_B</a:t>
              </a:r>
              <a:endParaRPr/>
            </a:p>
          </p:txBody>
        </p:sp>
        <p:sp>
          <p:nvSpPr>
            <p:cNvPr id="22" name="TextBox 22"/>
            <p:cNvSpPr txBox="1"/>
            <p:nvPr/>
          </p:nvSpPr>
          <p:spPr bwMode="auto">
            <a:xfrm>
              <a:off x="7541895" y="2441258"/>
              <a:ext cx="2329096" cy="335280"/>
            </a:xfrm>
            <a:prstGeom prst="rect">
              <a:avLst/>
            </a:prstGeom>
            <a:noFill/>
            <a:ln>
              <a:noFill/>
            </a:ln>
          </p:spPr>
          <p:txBody>
            <a:bodyPr wrap="none" lIns="0" tIns="0" rIns="0" bIns="0" anchor="t" anchorCtr="0">
              <a:spAutoFit/>
            </a:bodyPr>
            <a:lstStyle/>
            <a:p>
              <a:pPr algn="l">
                <a:defRPr/>
              </a:pPr>
              <a:r>
                <a:rPr lang="zh-CN" sz="1650" b="1">
                  <a:solidFill>
                    <a:srgbClr val="FFFFFF"/>
                  </a:solidFill>
                  <a:latin typeface="Arial"/>
                  <a:ea typeface="Microsoft YaHei"/>
                  <a:cs typeface="Arial"/>
                </a:rPr>
                <a:t>YouTube Stream Info</a:t>
              </a:r>
              <a:endParaRPr/>
            </a:p>
          </p:txBody>
        </p:sp>
        <p:sp>
          <p:nvSpPr>
            <p:cNvPr id="23" name="TextBox 23"/>
            <p:cNvSpPr txBox="1"/>
            <p:nvPr/>
          </p:nvSpPr>
          <p:spPr bwMode="auto">
            <a:xfrm>
              <a:off x="7549515" y="2982278"/>
              <a:ext cx="3413760" cy="1165860"/>
            </a:xfrm>
            <a:prstGeom prst="rect">
              <a:avLst/>
            </a:prstGeom>
            <a:noFill/>
            <a:ln>
              <a:noFill/>
            </a:ln>
          </p:spPr>
          <p:txBody>
            <a:bodyPr wrap="square" lIns="0" tIns="0" rIns="0" bIns="0" anchor="t" anchorCtr="0"/>
            <a:lstStyle/>
            <a:p>
              <a:pPr algn="l">
                <a:lnSpc>
                  <a:spcPts val="1875"/>
                </a:lnSpc>
                <a:defRPr/>
              </a:pPr>
              <a:r>
                <a:rPr lang="zh-CN" sz="1050">
                  <a:solidFill>
                    <a:srgbClr val="A0A0AB"/>
                  </a:solidFill>
                  <a:latin typeface="Arial"/>
                  <a:ea typeface="Microsoft YaHei"/>
                  <a:cs typeface="Arial"/>
                </a:rPr>
                <a:t>• Protocol: HTTPS Live Streaming (HLS) / MPEG-DASH </a:t>
              </a:r>
              <a:r>
                <a:rPr lang="zh-CN" sz="1050">
                  <a:solidFill>
                    <a:srgbClr val="A0A0AB"/>
                  </a:solidFill>
                  <a:latin typeface="Arial"/>
                  <a:ea typeface="Microsoft YaHei"/>
                  <a:cs typeface="Arial"/>
                </a:rPr>
                <a:t>• Latency Target: Under 5.0 seconds buffering </a:t>
              </a:r>
              <a:r>
                <a:rPr lang="zh-CN" sz="1050">
                  <a:solidFill>
                    <a:srgbClr val="A0A0AB"/>
                  </a:solidFill>
                  <a:latin typeface="Arial"/>
                  <a:ea typeface="Microsoft YaHei"/>
                  <a:cs typeface="Arial"/>
                </a:rPr>
                <a:t>• Integration: Powerpoint Online Video Link option </a:t>
              </a:r>
              <a:r>
                <a:rPr lang="zh-CN" sz="1050">
                  <a:solidFill>
                    <a:srgbClr val="A0A0AB"/>
                  </a:solidFill>
                  <a:latin typeface="Arial"/>
                  <a:ea typeface="Microsoft YaHei"/>
                  <a:cs typeface="Arial"/>
                </a:rPr>
                <a:t>• Synchronization: Audio-to-Video Phase calibration </a:t>
              </a:r>
              <a:r>
                <a:rPr lang="zh-CN" sz="1050">
                  <a:solidFill>
                    <a:srgbClr val="A0A0AB"/>
                  </a:solidFill>
                  <a:latin typeface="Arial"/>
                  <a:ea typeface="Microsoft YaHei"/>
                  <a:cs typeface="Arial"/>
                </a:rPr>
                <a:t>• Display Mode: 16:9 widescreen layout</a:t>
              </a:r>
              <a:endParaRPr/>
            </a:p>
          </p:txBody>
        </p:sp>
        <p:sp>
          <p:nvSpPr>
            <p:cNvPr id="24" name="Rectangle 24"/>
            <p:cNvSpPr/>
            <p:nvPr/>
          </p:nvSpPr>
          <p:spPr bwMode="auto">
            <a:xfrm>
              <a:off x="7562850" y="4762500"/>
              <a:ext cx="2095500" cy="304800"/>
            </a:xfrm>
            <a:prstGeom prst="roundRect">
              <a:avLst>
                <a:gd name="adj" fmla="val 50000"/>
              </a:avLst>
            </a:prstGeom>
            <a:solidFill>
              <a:srgbClr val="FF0000">
                <a:alpha val="10000"/>
              </a:srgbClr>
            </a:solidFill>
            <a:ln>
              <a:noFill/>
            </a:ln>
          </p:spPr>
        </p:sp>
        <p:grpSp>
          <p:nvGrpSpPr>
            <p:cNvPr id="27" name="Group 27"/>
            <p:cNvGrpSpPr/>
            <p:nvPr/>
          </p:nvGrpSpPr>
          <p:grpSpPr bwMode="auto">
            <a:xfrm>
              <a:off x="7739062" y="4867274"/>
              <a:ext cx="142875" cy="95250"/>
              <a:chOff x="7739062" y="4867274"/>
              <a:chExt cx="142875" cy="95250"/>
            </a:xfrm>
          </p:grpSpPr>
          <p:sp>
            <p:nvSpPr>
              <p:cNvPr id="25" name="Freeform 25"/>
              <p:cNvSpPr/>
              <p:nvPr/>
            </p:nvSpPr>
            <p:spPr bwMode="auto">
              <a:xfrm>
                <a:off x="7834312" y="4879730"/>
                <a:ext cx="47625" cy="70340"/>
              </a:xfrm>
              <a:custGeom>
                <a:avLst/>
                <a:gdLst/>
                <a:ahLst/>
                <a:cxnLst/>
                <a:rect l="l" t="t" r="r" b="b"/>
                <a:pathLst>
                  <a:path w="47625" h="70340" fill="norm" stroke="1" extrusionOk="0">
                    <a:moveTo>
                      <a:pt x="0" y="19295"/>
                    </a:moveTo>
                    <a:lnTo>
                      <a:pt x="36139" y="1229"/>
                    </a:lnTo>
                    <a:cubicBezTo>
                      <a:pt x="38599" y="0"/>
                      <a:pt x="41520" y="132"/>
                      <a:pt x="43859" y="1577"/>
                    </a:cubicBezTo>
                    <a:cubicBezTo>
                      <a:pt x="46199" y="3022"/>
                      <a:pt x="47624" y="5575"/>
                      <a:pt x="47625" y="8325"/>
                    </a:cubicBezTo>
                    <a:lnTo>
                      <a:pt x="47625" y="62015"/>
                    </a:lnTo>
                    <a:cubicBezTo>
                      <a:pt x="47624" y="64764"/>
                      <a:pt x="46199" y="67318"/>
                      <a:pt x="43859" y="68763"/>
                    </a:cubicBezTo>
                    <a:cubicBezTo>
                      <a:pt x="41520" y="70208"/>
                      <a:pt x="38599" y="70340"/>
                      <a:pt x="36139" y="69111"/>
                    </a:cubicBezTo>
                    <a:lnTo>
                      <a:pt x="0" y="51045"/>
                    </a:lnTo>
                    <a:lnTo>
                      <a:pt x="0" y="19295"/>
                    </a:lnTo>
                  </a:path>
                </a:pathLst>
              </a:custGeom>
              <a:noFill/>
              <a:ln w="19050">
                <a:solidFill>
                  <a:srgbClr val="FF0000"/>
                </a:solidFill>
              </a:ln>
            </p:spPr>
          </p:sp>
          <p:sp>
            <p:nvSpPr>
              <p:cNvPr id="26" name="Freeform 26"/>
              <p:cNvSpPr/>
              <p:nvPr/>
            </p:nvSpPr>
            <p:spPr bwMode="auto">
              <a:xfrm>
                <a:off x="7739062" y="4867274"/>
                <a:ext cx="95250" cy="95250"/>
              </a:xfrm>
              <a:custGeom>
                <a:avLst/>
                <a:gdLst/>
                <a:ahLst/>
                <a:cxnLst/>
                <a:rect l="l" t="t" r="r" b="b"/>
                <a:pathLst>
                  <a:path w="95250" h="95250" fill="norm" stroke="1" extrusionOk="0">
                    <a:moveTo>
                      <a:pt x="0" y="15875"/>
                    </a:moveTo>
                    <a:cubicBezTo>
                      <a:pt x="0" y="7107"/>
                      <a:pt x="7107" y="0"/>
                      <a:pt x="15875" y="0"/>
                    </a:cubicBezTo>
                    <a:lnTo>
                      <a:pt x="79375" y="0"/>
                    </a:lnTo>
                    <a:cubicBezTo>
                      <a:pt x="88143" y="0"/>
                      <a:pt x="95250" y="7107"/>
                      <a:pt x="95250" y="15875"/>
                    </a:cubicBezTo>
                    <a:lnTo>
                      <a:pt x="95250" y="79375"/>
                    </a:lnTo>
                    <a:cubicBezTo>
                      <a:pt x="95250" y="88143"/>
                      <a:pt x="88143" y="95250"/>
                      <a:pt x="79375" y="95250"/>
                    </a:cubicBezTo>
                    <a:lnTo>
                      <a:pt x="15875" y="95250"/>
                    </a:lnTo>
                    <a:cubicBezTo>
                      <a:pt x="7107" y="95250"/>
                      <a:pt x="0" y="88143"/>
                      <a:pt x="0" y="79375"/>
                    </a:cubicBezTo>
                    <a:lnTo>
                      <a:pt x="0" y="15875"/>
                    </a:lnTo>
                  </a:path>
                </a:pathLst>
              </a:custGeom>
              <a:noFill/>
              <a:ln w="19050">
                <a:solidFill>
                  <a:srgbClr val="FF0000"/>
                </a:solidFill>
              </a:ln>
            </p:spPr>
          </p:sp>
        </p:grpSp>
        <p:sp>
          <p:nvSpPr>
            <p:cNvPr id="28" name="TextBox 28"/>
            <p:cNvSpPr txBox="1"/>
            <p:nvPr/>
          </p:nvSpPr>
          <p:spPr bwMode="auto">
            <a:xfrm>
              <a:off x="7989570" y="4865370"/>
              <a:ext cx="1163303" cy="182880"/>
            </a:xfrm>
            <a:prstGeom prst="rect">
              <a:avLst/>
            </a:prstGeom>
            <a:noFill/>
            <a:ln>
              <a:noFill/>
            </a:ln>
          </p:spPr>
          <p:txBody>
            <a:bodyPr wrap="none" lIns="0" tIns="0" rIns="0" bIns="0" anchor="t" anchorCtr="0">
              <a:spAutoFit/>
            </a:bodyPr>
            <a:lstStyle/>
            <a:p>
              <a:pPr algn="l">
                <a:defRPr/>
              </a:pPr>
              <a:r>
                <a:rPr lang="zh-CN" sz="900" b="1">
                  <a:solidFill>
                    <a:srgbClr val="FF0000"/>
                  </a:solidFill>
                  <a:latin typeface="Consolas"/>
                  <a:ea typeface="Microsoft YaHei"/>
                  <a:cs typeface="Consolas"/>
                </a:rPr>
                <a:t>STREAMING: STABLE</a:t>
              </a:r>
              <a:endParaRPr/>
            </a:p>
          </p:txBody>
        </p:sp>
      </p:grpSp>
      <p:grpSp>
        <p:nvGrpSpPr>
          <p:cNvPr id="649166554" name="Group 31"/>
          <p:cNvGrpSpPr/>
          <p:nvPr/>
        </p:nvGrpSpPr>
        <p:grpSpPr bwMode="auto">
          <a:xfrm>
            <a:off x="2606731" y="5696902"/>
            <a:ext cx="6978539" cy="213360"/>
            <a:chOff x="2606731" y="5696902"/>
            <a:chExt cx="6978539" cy="213360"/>
          </a:xfrm>
        </p:grpSpPr>
        <p:sp>
          <p:nvSpPr>
            <p:cNvPr id="30" name="TextBox 30"/>
            <p:cNvSpPr txBox="1"/>
            <p:nvPr/>
          </p:nvSpPr>
          <p:spPr bwMode="auto">
            <a:xfrm>
              <a:off x="2606731" y="5696902"/>
              <a:ext cx="6978539" cy="213360"/>
            </a:xfrm>
            <a:prstGeom prst="rect">
              <a:avLst/>
            </a:prstGeom>
            <a:noFill/>
            <a:ln>
              <a:noFill/>
            </a:ln>
          </p:spPr>
          <p:txBody>
            <a:bodyPr wrap="none" lIns="0" tIns="0" rIns="0" bIns="0" anchor="t" anchorCtr="0">
              <a:spAutoFit/>
            </a:bodyPr>
            <a:lstStyle/>
            <a:p>
              <a:pPr algn="ctr">
                <a:defRPr/>
              </a:pPr>
              <a:r>
                <a:rPr lang="zh-CN" sz="1050">
                  <a:solidFill>
                    <a:srgbClr val="71717A"/>
                  </a:solidFill>
                  <a:latin typeface="Arial"/>
                  <a:ea typeface="Microsoft YaHei"/>
                  <a:cs typeface="Arial"/>
                </a:rPr>
                <a:t>*To play video on click inside slide, use Insert &gt; Video &gt; Online Video in PowerPoint, and paste the URL.</a:t>
              </a:r>
              <a:endParaRPr/>
            </a:p>
          </p:txBody>
        </p:sp>
      </p:grpSp>
      <p:grpSp>
        <p:nvGrpSpPr>
          <p:cNvPr id="2036466732" name="Group 35"/>
          <p:cNvGrpSpPr/>
          <p:nvPr/>
        </p:nvGrpSpPr>
        <p:grpSpPr bwMode="auto">
          <a:xfrm>
            <a:off x="560070" y="6238875"/>
            <a:ext cx="11071860" cy="323850"/>
            <a:chOff x="560070" y="6238875"/>
            <a:chExt cx="11071860" cy="323850"/>
          </a:xfrm>
        </p:grpSpPr>
        <p:sp>
          <p:nvSpPr>
            <p:cNvPr id="32" name="Line 32"/>
            <p:cNvSpPr/>
            <p:nvPr/>
          </p:nvSpPr>
          <p:spPr bwMode="auto">
            <a:xfrm>
              <a:off x="571500" y="6238875"/>
              <a:ext cx="11049000" cy="9525"/>
            </a:xfrm>
            <a:custGeom>
              <a:avLst/>
              <a:gdLst/>
              <a:ahLst/>
              <a:cxnLst/>
              <a:rect l="l" t="t" r="r" b="b"/>
              <a:pathLst>
                <a:path w="11049000" h="9525" fill="norm" stroke="1" extrusionOk="0">
                  <a:moveTo>
                    <a:pt x="0" y="0"/>
                  </a:moveTo>
                  <a:lnTo>
                    <a:pt x="11049000" y="0"/>
                  </a:lnTo>
                </a:path>
              </a:pathLst>
            </a:custGeom>
            <a:noFill/>
            <a:ln w="14288">
              <a:solidFill>
                <a:srgbClr val="2E2E33"/>
              </a:solidFill>
            </a:ln>
          </p:spPr>
        </p:sp>
        <p:sp>
          <p:nvSpPr>
            <p:cNvPr id="33" name="TextBox 33"/>
            <p:cNvSpPr txBox="1"/>
            <p:nvPr/>
          </p:nvSpPr>
          <p:spPr bwMode="auto">
            <a:xfrm>
              <a:off x="560070" y="6379845"/>
              <a:ext cx="2111121" cy="182880"/>
            </a:xfrm>
            <a:prstGeom prst="rect">
              <a:avLst/>
            </a:prstGeom>
            <a:noFill/>
            <a:ln>
              <a:noFill/>
            </a:ln>
          </p:spPr>
          <p:txBody>
            <a:bodyPr wrap="none" lIns="0" tIns="0" rIns="0" bIns="0" anchor="t" anchorCtr="0">
              <a:spAutoFit/>
            </a:bodyPr>
            <a:lstStyle/>
            <a:p>
              <a:pPr algn="l">
                <a:defRPr/>
              </a:pPr>
              <a:r>
                <a:rPr lang="zh-CN" sz="900">
                  <a:solidFill>
                    <a:srgbClr val="71717A"/>
                  </a:solidFill>
                  <a:latin typeface="Consolas"/>
                  <a:ea typeface="Microsoft YaHei"/>
                  <a:cs typeface="Consolas"/>
                </a:rPr>
                <a:t>STREAM_CHECK: YOUTUBE_BUFFER_OK</a:t>
              </a:r>
              <a:endParaRPr/>
            </a:p>
          </p:txBody>
        </p:sp>
        <p:sp>
          <p:nvSpPr>
            <p:cNvPr id="34" name="TextBox 34"/>
            <p:cNvSpPr txBox="1"/>
            <p:nvPr/>
          </p:nvSpPr>
          <p:spPr bwMode="auto">
            <a:xfrm>
              <a:off x="10810970" y="6379845"/>
              <a:ext cx="820960" cy="182880"/>
            </a:xfrm>
            <a:prstGeom prst="rect">
              <a:avLst/>
            </a:prstGeom>
            <a:noFill/>
            <a:ln>
              <a:noFill/>
            </a:ln>
          </p:spPr>
          <p:txBody>
            <a:bodyPr wrap="none" lIns="0" tIns="0" rIns="0" bIns="0" anchor="t" anchorCtr="0">
              <a:spAutoFit/>
            </a:bodyPr>
            <a:lstStyle/>
            <a:p>
              <a:pPr algn="r">
                <a:defRPr/>
              </a:pPr>
              <a:r>
                <a:rPr lang="zh-CN" sz="900">
                  <a:solidFill>
                    <a:srgbClr val="71717A"/>
                  </a:solidFill>
                  <a:latin typeface="Consolas"/>
                  <a:ea typeface="Microsoft YaHei"/>
                  <a:cs typeface="Consolas"/>
                </a:rPr>
                <a:t>PAGE_12 // 15</a:t>
              </a:r>
              <a:endParaRPr/>
            </a:p>
          </p:txBody>
        </p:sp>
      </p:grpSp>
      <p:graphicFrame>
        <p:nvGraphicFramePr>
          <p:cNvPr id="1063999588" name=""/>
          <p:cNvGraphicFramePr>
            <a:graphicFrameLocks xmlns:a="http://schemas.openxmlformats.org/drawingml/2006/main" noChangeAspect="1"/>
          </p:cNvGraphicFramePr>
          <p:nvPr/>
        </p:nvGraphicFramePr>
        <p:xfrm flipH="0" flipV="0">
          <a:off x="501249" y="1904999"/>
          <a:ext cx="6644821" cy="3719285"/>
        </p:xfrm>
        <a:graphic>
          <a:graphicData uri="http://schemas.openxmlformats.org/presentationml/2006/ole">
            <p:oleObj name="oleObj" r:id="rId4" imgW="0" imgH="0" progId="asc.{38E022EA-AD92-45FC-B22B-49DF39746DB4}">
              <p:embed/>
              <p:pic>
                <p:nvPicPr>
                  <p:cNvPr id="1063999588" name=""/>
                  <p:cNvPicPr/>
                  <p:nvPr/>
                </p:nvPicPr>
                <p:blipFill rotWithShape="1">
                  <a:blip r:embed="rId3"/>
                  <a:stretch/>
                </p:blipFill>
                <p:spPr bwMode="auto">
                  <a:xfrm flipH="0" flipV="0">
                    <a:off x="501249" y="1904999"/>
                    <a:ext cx="6644821" cy="3719285"/>
                  </a:xfrm>
                  <a:prstGeom prst="rect">
                    <a:avLst/>
                  </a:prstGeom>
                </p:spPr>
              </p:pic>
            </p:oleObj>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400" advClick="1">
        <p:fade thruBlk="0"/>
      </p:transition>
    </mc:Choice>
    <mc:Fallback>
      <p:transition spd="fast" advClick="1">
        <p:fade thruBlk="0"/>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95093449"/>
                                        </p:tgtEl>
                                        <p:attrNameLst>
                                          <p:attrName>style.visibility</p:attrName>
                                        </p:attrNameLst>
                                      </p:cBhvr>
                                      <p:to>
                                        <p:strVal val="visible"/>
                                      </p:to>
                                    </p:set>
                                    <p:animEffect transition="in" filter="fade">
                                      <p:cBhvr>
                                        <p:cTn id="7" dur="400"/>
                                        <p:tgtEl>
                                          <p:spTgt spid="1095093449"/>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530179364"/>
                                        </p:tgtEl>
                                        <p:attrNameLst>
                                          <p:attrName>style.visibility</p:attrName>
                                        </p:attrNameLst>
                                      </p:cBhvr>
                                      <p:to>
                                        <p:strVal val="visible"/>
                                      </p:to>
                                    </p:set>
                                    <p:animEffect transition="in" filter="wipe(left)">
                                      <p:cBhvr>
                                        <p:cTn id="11" dur="400"/>
                                        <p:tgtEl>
                                          <p:spTgt spid="530179364"/>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670073446"/>
                                        </p:tgtEl>
                                        <p:attrNameLst>
                                          <p:attrName>style.visibility</p:attrName>
                                        </p:attrNameLst>
                                      </p:cBhvr>
                                      <p:to>
                                        <p:strVal val="visible"/>
                                      </p:to>
                                    </p:set>
                                    <p:animEffect transition="in" filter="slide(fromBottom)">
                                      <p:cBhvr>
                                        <p:cTn id="15" dur="400"/>
                                        <p:tgtEl>
                                          <p:spTgt spid="670073446"/>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649166554"/>
                                        </p:tgtEl>
                                        <p:attrNameLst>
                                          <p:attrName>style.visibility</p:attrName>
                                        </p:attrNameLst>
                                      </p:cBhvr>
                                      <p:to>
                                        <p:strVal val="visible"/>
                                      </p:to>
                                    </p:set>
                                    <p:animEffect transition="in" filter="fade">
                                      <p:cBhvr>
                                        <p:cTn id="19" dur="400"/>
                                        <p:tgtEl>
                                          <p:spTgt spid="6491665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093449" grpId="0"/>
      <p:bldP spid="530179364" grpId="0"/>
      <p:bldP spid="670073446" grpId="0"/>
      <p:bldP spid="649166554" grpId="0"/>
    </p:bldLst>
  </p:timing>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81200226" name="Rectangle 2"/>
          <p:cNvSpPr/>
          <p:nvPr/>
        </p:nvSpPr>
        <p:spPr bwMode="auto">
          <a:xfrm>
            <a:off x="0" y="0"/>
            <a:ext cx="12192000" cy="6858000"/>
          </a:xfrm>
          <a:prstGeom prst="rect">
            <a:avLst/>
          </a:prstGeom>
          <a:pattFill prst="lgGrid">
            <a:fgClr>
              <a:srgbClr val="242428"/>
            </a:fgClr>
            <a:bgClr>
              <a:srgbClr val="121214"/>
            </a:bgClr>
          </a:pattFill>
          <a:ln>
            <a:noFill/>
          </a:ln>
        </p:spPr>
      </p:sp>
      <p:grpSp>
        <p:nvGrpSpPr>
          <p:cNvPr id="1616448490" name="Group 5"/>
          <p:cNvGrpSpPr/>
          <p:nvPr/>
        </p:nvGrpSpPr>
        <p:grpSpPr bwMode="auto">
          <a:xfrm>
            <a:off x="560070" y="379095"/>
            <a:ext cx="11060430" cy="249555"/>
            <a:chOff x="560070" y="379095"/>
            <a:chExt cx="11060430" cy="249555"/>
          </a:xfrm>
        </p:grpSpPr>
        <p:sp>
          <p:nvSpPr>
            <p:cNvPr id="3" name="TextBox 3"/>
            <p:cNvSpPr txBox="1"/>
            <p:nvPr/>
          </p:nvSpPr>
          <p:spPr bwMode="auto">
            <a:xfrm>
              <a:off x="560070" y="379095"/>
              <a:ext cx="2063115" cy="182880"/>
            </a:xfrm>
            <a:prstGeom prst="rect">
              <a:avLst/>
            </a:prstGeom>
            <a:noFill/>
            <a:ln>
              <a:noFill/>
            </a:ln>
          </p:spPr>
          <p:txBody>
            <a:bodyPr wrap="none" lIns="0" tIns="0" rIns="0" bIns="0" anchor="t" anchorCtr="0">
              <a:spAutoFit/>
            </a:bodyPr>
            <a:lstStyle/>
            <a:p>
              <a:pPr algn="l">
                <a:defRPr/>
              </a:pPr>
              <a:r>
                <a:rPr lang="zh-CN" sz="900">
                  <a:solidFill>
                    <a:srgbClr val="71717A"/>
                  </a:solidFill>
                  <a:latin typeface="Consolas"/>
                  <a:ea typeface="Microsoft YaHei"/>
                  <a:cs typeface="Consolas"/>
                </a:rPr>
                <a:t>SYS.MEDIA_DECODE_FAILSAFE // P13</a:t>
              </a:r>
              <a:endParaRPr/>
            </a:p>
          </p:txBody>
        </p:sp>
        <p:sp>
          <p:nvSpPr>
            <p:cNvPr id="4" name="Line 4"/>
            <p:cNvSpPr/>
            <p:nvPr/>
          </p:nvSpPr>
          <p:spPr bwMode="auto">
            <a:xfrm>
              <a:off x="571500" y="619125"/>
              <a:ext cx="11049000" cy="9525"/>
            </a:xfrm>
            <a:custGeom>
              <a:avLst/>
              <a:gdLst/>
              <a:ahLst/>
              <a:cxnLst/>
              <a:rect l="l" t="t" r="r" b="b"/>
              <a:pathLst>
                <a:path w="11049000" h="9525" fill="norm" stroke="1" extrusionOk="0">
                  <a:moveTo>
                    <a:pt x="0" y="0"/>
                  </a:moveTo>
                  <a:lnTo>
                    <a:pt x="11049000" y="0"/>
                  </a:lnTo>
                </a:path>
              </a:pathLst>
            </a:custGeom>
            <a:noFill/>
            <a:ln w="14288">
              <a:solidFill>
                <a:srgbClr val="2E2E33"/>
              </a:solidFill>
            </a:ln>
          </p:spPr>
        </p:sp>
      </p:grpSp>
      <p:grpSp>
        <p:nvGrpSpPr>
          <p:cNvPr id="885114669" name="Group 8"/>
          <p:cNvGrpSpPr/>
          <p:nvPr/>
        </p:nvGrpSpPr>
        <p:grpSpPr bwMode="auto">
          <a:xfrm>
            <a:off x="537210" y="1042035"/>
            <a:ext cx="6498336" cy="691515"/>
            <a:chOff x="537210" y="1042035"/>
            <a:chExt cx="6498336" cy="691515"/>
          </a:xfrm>
        </p:grpSpPr>
        <p:sp>
          <p:nvSpPr>
            <p:cNvPr id="6" name="TextBox 6"/>
            <p:cNvSpPr txBox="1"/>
            <p:nvPr/>
          </p:nvSpPr>
          <p:spPr bwMode="auto">
            <a:xfrm>
              <a:off x="537210" y="1042035"/>
              <a:ext cx="5550265" cy="548640"/>
            </a:xfrm>
            <a:prstGeom prst="rect">
              <a:avLst/>
            </a:prstGeom>
            <a:noFill/>
            <a:ln>
              <a:noFill/>
            </a:ln>
          </p:spPr>
          <p:txBody>
            <a:bodyPr wrap="none" lIns="0" tIns="0" rIns="0" bIns="0" anchor="t" anchorCtr="0">
              <a:spAutoFit/>
            </a:bodyPr>
            <a:lstStyle/>
            <a:p>
              <a:pPr algn="l">
                <a:defRPr/>
              </a:pPr>
              <a:r>
                <a:rPr lang="zh-CN" sz="2700" b="1">
                  <a:solidFill>
                    <a:srgbClr val="FFFFFF"/>
                  </a:solidFill>
                  <a:latin typeface="Arial"/>
                  <a:ea typeface="Microsoft YaHei"/>
                  <a:cs typeface="Arial"/>
                </a:rPr>
                <a:t>Audio &amp; Video: Dead Link Check</a:t>
              </a:r>
              <a:endParaRPr/>
            </a:p>
          </p:txBody>
        </p:sp>
        <p:sp>
          <p:nvSpPr>
            <p:cNvPr id="7" name="TextBox 7"/>
            <p:cNvSpPr txBox="1"/>
            <p:nvPr/>
          </p:nvSpPr>
          <p:spPr bwMode="auto">
            <a:xfrm>
              <a:off x="556260" y="1489710"/>
              <a:ext cx="6479286" cy="243840"/>
            </a:xfrm>
            <a:prstGeom prst="rect">
              <a:avLst/>
            </a:prstGeom>
            <a:noFill/>
            <a:ln>
              <a:noFill/>
            </a:ln>
          </p:spPr>
          <p:txBody>
            <a:bodyPr wrap="none" lIns="0" tIns="0" rIns="0" bIns="0" anchor="t" anchorCtr="0">
              <a:spAutoFit/>
            </a:bodyPr>
            <a:lstStyle/>
            <a:p>
              <a:pPr algn="l">
                <a:defRPr/>
              </a:pPr>
              <a:r>
                <a:rPr lang="zh-CN" sz="1200">
                  <a:solidFill>
                    <a:srgbClr val="A0A0AB"/>
                  </a:solidFill>
                  <a:latin typeface="Arial"/>
                  <a:ea typeface="Microsoft YaHei"/>
                  <a:cs typeface="Arial"/>
                </a:rPr>
                <a:t>Verification of system recovery behavior when external media assets are missing.</a:t>
              </a:r>
              <a:endParaRPr/>
            </a:p>
          </p:txBody>
        </p:sp>
      </p:grpSp>
      <p:grpSp>
        <p:nvGrpSpPr>
          <p:cNvPr id="1359650813" name="Group 18"/>
          <p:cNvGrpSpPr/>
          <p:nvPr/>
        </p:nvGrpSpPr>
        <p:grpSpPr bwMode="auto">
          <a:xfrm>
            <a:off x="571500" y="1905000"/>
            <a:ext cx="6477000" cy="3619500"/>
            <a:chOff x="571500" y="1905000"/>
            <a:chExt cx="6477000" cy="3619500"/>
          </a:xfrm>
        </p:grpSpPr>
        <p:sp>
          <p:nvSpPr>
            <p:cNvPr id="9" name="Rectangle 9"/>
            <p:cNvSpPr/>
            <p:nvPr/>
          </p:nvSpPr>
          <p:spPr bwMode="auto">
            <a:xfrm>
              <a:off x="571500" y="1905000"/>
              <a:ext cx="6477000" cy="3619500"/>
            </a:xfrm>
            <a:prstGeom prst="roundRect">
              <a:avLst>
                <a:gd name="adj" fmla="val 2105"/>
              </a:avLst>
            </a:prstGeom>
            <a:solidFill>
              <a:srgbClr val="1A0D0D"/>
            </a:solidFill>
            <a:ln w="19050">
              <a:solidFill>
                <a:srgbClr val="FF3333"/>
              </a:solidFill>
            </a:ln>
            <a:effectLst>
              <a:glow rad="76200">
                <a:srgbClr val="FF3333">
                  <a:alpha val="40000"/>
                </a:srgbClr>
              </a:glow>
            </a:effectLst>
          </p:spPr>
        </p:sp>
        <p:sp>
          <p:nvSpPr>
            <p:cNvPr id="10" name="TextBox 10"/>
            <p:cNvSpPr txBox="1"/>
            <p:nvPr/>
          </p:nvSpPr>
          <p:spPr bwMode="auto">
            <a:xfrm>
              <a:off x="2963785" y="2859405"/>
              <a:ext cx="1692431" cy="1341120"/>
            </a:xfrm>
            <a:prstGeom prst="rect">
              <a:avLst/>
            </a:prstGeom>
            <a:noFill/>
            <a:ln>
              <a:noFill/>
            </a:ln>
          </p:spPr>
          <p:txBody>
            <a:bodyPr wrap="none" lIns="0" tIns="0" rIns="0" bIns="0" anchor="t" anchorCtr="0">
              <a:spAutoFit/>
            </a:bodyPr>
            <a:lstStyle/>
            <a:p>
              <a:pPr algn="ctr">
                <a:defRPr/>
              </a:pPr>
              <a:r>
                <a:rPr lang="zh-CN" sz="6600" b="1">
                  <a:solidFill>
                    <a:srgbClr val="FF3333"/>
                  </a:solidFill>
                  <a:latin typeface="Consolas"/>
                  <a:ea typeface="Microsoft YaHei"/>
                  <a:cs typeface="Consolas"/>
                </a:rPr>
                <a:t>404</a:t>
              </a:r>
              <a:endParaRPr/>
            </a:p>
          </p:txBody>
        </p:sp>
        <p:sp>
          <p:nvSpPr>
            <p:cNvPr id="11" name="TextBox 11"/>
            <p:cNvSpPr txBox="1"/>
            <p:nvPr/>
          </p:nvSpPr>
          <p:spPr bwMode="auto">
            <a:xfrm>
              <a:off x="3086267" y="3950018"/>
              <a:ext cx="1447467" cy="274320"/>
            </a:xfrm>
            <a:prstGeom prst="rect">
              <a:avLst/>
            </a:prstGeom>
            <a:noFill/>
            <a:ln>
              <a:noFill/>
            </a:ln>
          </p:spPr>
          <p:txBody>
            <a:bodyPr wrap="none" lIns="0" tIns="0" rIns="0" bIns="0" anchor="t" anchorCtr="0">
              <a:spAutoFit/>
            </a:bodyPr>
            <a:lstStyle/>
            <a:p>
              <a:pPr algn="ctr">
                <a:defRPr/>
              </a:pPr>
              <a:r>
                <a:rPr lang="zh-CN" sz="1350">
                  <a:solidFill>
                    <a:srgbClr val="FF3333"/>
                  </a:solidFill>
                  <a:latin typeface="Consolas"/>
                  <a:ea typeface="Microsoft YaHei"/>
                  <a:cs typeface="Consolas"/>
                </a:rPr>
                <a:t>LINK_NOT_FOUND</a:t>
              </a:r>
              <a:endParaRPr/>
            </a:p>
          </p:txBody>
        </p:sp>
        <p:grpSp>
          <p:nvGrpSpPr>
            <p:cNvPr id="15" name="Group 15"/>
            <p:cNvGrpSpPr/>
            <p:nvPr/>
          </p:nvGrpSpPr>
          <p:grpSpPr bwMode="auto">
            <a:xfrm>
              <a:off x="976312" y="4738688"/>
              <a:ext cx="142875" cy="142875"/>
              <a:chOff x="976312" y="4738688"/>
              <a:chExt cx="142875" cy="142875"/>
            </a:xfrm>
          </p:grpSpPr>
          <p:sp>
            <p:nvSpPr>
              <p:cNvPr id="12" name="Freeform 12"/>
              <p:cNvSpPr/>
              <p:nvPr/>
            </p:nvSpPr>
            <p:spPr bwMode="auto">
              <a:xfrm>
                <a:off x="976312" y="4738688"/>
                <a:ext cx="142875" cy="142875"/>
              </a:xfrm>
              <a:custGeom>
                <a:avLst/>
                <a:gdLst/>
                <a:ahLst/>
                <a:cxnLst/>
                <a:rect l="l" t="t" r="r" b="b"/>
                <a:pathLst>
                  <a:path w="142875" h="142875" fill="norm" stroke="1" extrusionOk="0">
                    <a:moveTo>
                      <a:pt x="0" y="71438"/>
                    </a:moveTo>
                    <a:cubicBezTo>
                      <a:pt x="0" y="110891"/>
                      <a:pt x="31984" y="142875"/>
                      <a:pt x="71438" y="142875"/>
                    </a:cubicBezTo>
                    <a:cubicBezTo>
                      <a:pt x="110891" y="142875"/>
                      <a:pt x="142875" y="110891"/>
                      <a:pt x="142875" y="71438"/>
                    </a:cubicBezTo>
                    <a:cubicBezTo>
                      <a:pt x="142875" y="31984"/>
                      <a:pt x="110891" y="0"/>
                      <a:pt x="71438" y="0"/>
                    </a:cubicBezTo>
                    <a:cubicBezTo>
                      <a:pt x="31984" y="0"/>
                      <a:pt x="0" y="31984"/>
                      <a:pt x="0" y="71438"/>
                    </a:cubicBezTo>
                  </a:path>
                </a:pathLst>
              </a:custGeom>
              <a:noFill/>
              <a:ln w="19050">
                <a:solidFill>
                  <a:srgbClr val="FF3333"/>
                </a:solidFill>
              </a:ln>
            </p:spPr>
          </p:sp>
          <p:sp>
            <p:nvSpPr>
              <p:cNvPr id="13" name="Freeform 13"/>
              <p:cNvSpPr/>
              <p:nvPr/>
            </p:nvSpPr>
            <p:spPr bwMode="auto">
              <a:xfrm>
                <a:off x="1047750" y="4778375"/>
                <a:ext cx="9525" cy="31750"/>
              </a:xfrm>
              <a:custGeom>
                <a:avLst/>
                <a:gdLst/>
                <a:ahLst/>
                <a:cxnLst/>
                <a:rect l="l" t="t" r="r" b="b"/>
                <a:pathLst>
                  <a:path w="9525" h="31750" fill="norm" stroke="1" extrusionOk="0">
                    <a:moveTo>
                      <a:pt x="0" y="0"/>
                    </a:moveTo>
                    <a:lnTo>
                      <a:pt x="0" y="31750"/>
                    </a:lnTo>
                  </a:path>
                </a:pathLst>
              </a:custGeom>
              <a:noFill/>
              <a:ln w="19050">
                <a:solidFill>
                  <a:srgbClr val="FF3333"/>
                </a:solidFill>
              </a:ln>
            </p:spPr>
          </p:sp>
          <p:sp>
            <p:nvSpPr>
              <p:cNvPr id="14" name="Freeform 14"/>
              <p:cNvSpPr/>
              <p:nvPr/>
            </p:nvSpPr>
            <p:spPr bwMode="auto">
              <a:xfrm>
                <a:off x="1047750" y="4841875"/>
                <a:ext cx="9525" cy="9525"/>
              </a:xfrm>
              <a:custGeom>
                <a:avLst/>
                <a:gdLst/>
                <a:ahLst/>
                <a:cxnLst/>
                <a:rect l="l" t="t" r="r" b="b"/>
                <a:pathLst>
                  <a:path w="9525" h="9525" fill="norm" stroke="1" extrusionOk="0">
                    <a:moveTo>
                      <a:pt x="0" y="0"/>
                    </a:moveTo>
                    <a:lnTo>
                      <a:pt x="79" y="0"/>
                    </a:lnTo>
                  </a:path>
                </a:pathLst>
              </a:custGeom>
              <a:noFill/>
              <a:ln w="19050">
                <a:solidFill>
                  <a:srgbClr val="FF3333"/>
                </a:solidFill>
              </a:ln>
            </p:spPr>
          </p:sp>
        </p:grpSp>
        <p:sp>
          <p:nvSpPr>
            <p:cNvPr id="16" name="TextBox 16"/>
            <p:cNvSpPr txBox="1"/>
            <p:nvPr/>
          </p:nvSpPr>
          <p:spPr bwMode="auto">
            <a:xfrm>
              <a:off x="1226820" y="4760595"/>
              <a:ext cx="2127323" cy="182880"/>
            </a:xfrm>
            <a:prstGeom prst="rect">
              <a:avLst/>
            </a:prstGeom>
            <a:noFill/>
            <a:ln>
              <a:noFill/>
            </a:ln>
          </p:spPr>
          <p:txBody>
            <a:bodyPr wrap="none" lIns="0" tIns="0" rIns="0" bIns="0" anchor="t" anchorCtr="0">
              <a:spAutoFit/>
            </a:bodyPr>
            <a:lstStyle/>
            <a:p>
              <a:pPr algn="l">
                <a:defRPr/>
              </a:pPr>
              <a:r>
                <a:rPr lang="zh-CN" sz="900" b="1" u="sng">
                  <a:solidFill>
                    <a:srgbClr val="FF3333"/>
                  </a:solidFill>
                  <a:latin typeface="Arial"/>
                  <a:ea typeface="Microsoft YaHei"/>
                  <a:cs typeface="Arial"/>
                </a:rPr>
                <a:t>🔗 Dead Link Test (Fail-safe check)</a:t>
              </a:r>
              <a:endParaRPr/>
            </a:p>
          </p:txBody>
        </p:sp>
        <p:sp>
          <p:nvSpPr>
            <p:cNvPr id="17" name="TextBox 17"/>
            <p:cNvSpPr txBox="1"/>
            <p:nvPr/>
          </p:nvSpPr>
          <p:spPr bwMode="auto">
            <a:xfrm>
              <a:off x="1229678" y="4975384"/>
              <a:ext cx="1866876" cy="137160"/>
            </a:xfrm>
            <a:prstGeom prst="rect">
              <a:avLst/>
            </a:prstGeom>
            <a:noFill/>
            <a:ln>
              <a:noFill/>
            </a:ln>
          </p:spPr>
          <p:txBody>
            <a:bodyPr wrap="none" lIns="0" tIns="0" rIns="0" bIns="0" anchor="t" anchorCtr="0">
              <a:spAutoFit/>
            </a:bodyPr>
            <a:lstStyle/>
            <a:p>
              <a:pPr algn="l">
                <a:defRPr/>
              </a:pPr>
              <a:r>
                <a:rPr lang="zh-CN" sz="700">
                  <a:solidFill>
                    <a:srgbClr val="FF3333">
                      <a:alphaMod val="70000"/>
                    </a:srgbClr>
                  </a:solidFill>
                  <a:latin typeface="Consolas"/>
                  <a:ea typeface="Microsoft YaHei"/>
                  <a:cs typeface="Consolas"/>
                </a:rPr>
                <a:t>URL: youtube.com/watch?v=brokenlink404</a:t>
              </a:r>
              <a:endParaRPr/>
            </a:p>
          </p:txBody>
        </p:sp>
      </p:grpSp>
      <p:grpSp>
        <p:nvGrpSpPr>
          <p:cNvPr id="1122591794" name="Group 29"/>
          <p:cNvGrpSpPr/>
          <p:nvPr/>
        </p:nvGrpSpPr>
        <p:grpSpPr bwMode="auto">
          <a:xfrm>
            <a:off x="7334250" y="1905000"/>
            <a:ext cx="4286250" cy="3619500"/>
            <a:chOff x="7334250" y="1905000"/>
            <a:chExt cx="4286250" cy="3619500"/>
          </a:xfrm>
        </p:grpSpPr>
        <p:sp>
          <p:nvSpPr>
            <p:cNvPr id="19" name="Rectangle 19"/>
            <p:cNvSpPr/>
            <p:nvPr/>
          </p:nvSpPr>
          <p:spPr bwMode="auto">
            <a:xfrm>
              <a:off x="7334250" y="1905000"/>
              <a:ext cx="4286250" cy="3619500"/>
            </a:xfrm>
            <a:prstGeom prst="roundRect">
              <a:avLst>
                <a:gd name="adj" fmla="val 2105"/>
              </a:avLst>
            </a:prstGeom>
            <a:solidFill>
              <a:srgbClr val="1C1C1F"/>
            </a:solidFill>
            <a:ln w="14288">
              <a:solidFill>
                <a:srgbClr val="FF3333"/>
              </a:solidFill>
            </a:ln>
          </p:spPr>
        </p:sp>
        <p:sp>
          <p:nvSpPr>
            <p:cNvPr id="20" name="TextBox 20"/>
            <p:cNvSpPr txBox="1"/>
            <p:nvPr/>
          </p:nvSpPr>
          <p:spPr bwMode="auto">
            <a:xfrm>
              <a:off x="7551420" y="2188845"/>
              <a:ext cx="1841087" cy="182880"/>
            </a:xfrm>
            <a:prstGeom prst="rect">
              <a:avLst/>
            </a:prstGeom>
            <a:noFill/>
            <a:ln>
              <a:noFill/>
            </a:ln>
          </p:spPr>
          <p:txBody>
            <a:bodyPr wrap="none" lIns="0" tIns="0" rIns="0" bIns="0" anchor="t" anchorCtr="0">
              <a:spAutoFit/>
            </a:bodyPr>
            <a:lstStyle/>
            <a:p>
              <a:pPr algn="l">
                <a:defRPr/>
              </a:pPr>
              <a:r>
                <a:rPr lang="zh-CN" sz="900">
                  <a:solidFill>
                    <a:srgbClr val="FF3333"/>
                  </a:solidFill>
                  <a:latin typeface="Consolas"/>
                  <a:ea typeface="Microsoft YaHei"/>
                  <a:cs typeface="Consolas"/>
                </a:rPr>
                <a:t>FAIL_SAFE_TEST // EXCEPTION_C</a:t>
              </a:r>
              <a:endParaRPr/>
            </a:p>
          </p:txBody>
        </p:sp>
        <p:sp>
          <p:nvSpPr>
            <p:cNvPr id="21" name="TextBox 21"/>
            <p:cNvSpPr txBox="1"/>
            <p:nvPr/>
          </p:nvSpPr>
          <p:spPr bwMode="auto">
            <a:xfrm>
              <a:off x="7541895" y="2441258"/>
              <a:ext cx="2421507" cy="335280"/>
            </a:xfrm>
            <a:prstGeom prst="rect">
              <a:avLst/>
            </a:prstGeom>
            <a:noFill/>
            <a:ln>
              <a:noFill/>
            </a:ln>
          </p:spPr>
          <p:txBody>
            <a:bodyPr wrap="none" lIns="0" tIns="0" rIns="0" bIns="0" anchor="t" anchorCtr="0">
              <a:spAutoFit/>
            </a:bodyPr>
            <a:lstStyle/>
            <a:p>
              <a:pPr algn="l">
                <a:defRPr/>
              </a:pPr>
              <a:r>
                <a:rPr lang="zh-CN" sz="1650" b="1">
                  <a:solidFill>
                    <a:srgbClr val="FFFFFF"/>
                  </a:solidFill>
                  <a:latin typeface="Arial"/>
                  <a:ea typeface="Microsoft YaHei"/>
                  <a:cs typeface="Arial"/>
                </a:rPr>
                <a:t>Fail-safe Diagnostics</a:t>
              </a:r>
              <a:endParaRPr/>
            </a:p>
          </p:txBody>
        </p:sp>
        <p:sp>
          <p:nvSpPr>
            <p:cNvPr id="22" name="TextBox 22"/>
            <p:cNvSpPr txBox="1"/>
            <p:nvPr/>
          </p:nvSpPr>
          <p:spPr bwMode="auto">
            <a:xfrm>
              <a:off x="7549515" y="2982278"/>
              <a:ext cx="3160394" cy="1165860"/>
            </a:xfrm>
            <a:prstGeom prst="rect">
              <a:avLst/>
            </a:prstGeom>
            <a:noFill/>
            <a:ln>
              <a:noFill/>
            </a:ln>
          </p:spPr>
          <p:txBody>
            <a:bodyPr wrap="square" lIns="0" tIns="0" rIns="0" bIns="0" anchor="t" anchorCtr="0"/>
            <a:lstStyle/>
            <a:p>
              <a:pPr algn="l">
                <a:lnSpc>
                  <a:spcPts val="1875"/>
                </a:lnSpc>
                <a:defRPr/>
              </a:pPr>
              <a:r>
                <a:rPr lang="zh-CN" sz="1050">
                  <a:solidFill>
                    <a:srgbClr val="A0A0AB"/>
                  </a:solidFill>
                  <a:latin typeface="Arial"/>
                  <a:ea typeface="Microsoft YaHei"/>
                  <a:cs typeface="Arial"/>
                </a:rPr>
                <a:t>• Cold test: External asset withdrawal </a:t>
              </a:r>
              <a:r>
                <a:rPr lang="zh-CN" sz="1050">
                  <a:solidFill>
                    <a:srgbClr val="A0A0AB"/>
                  </a:solidFill>
                  <a:latin typeface="Arial"/>
                  <a:ea typeface="Microsoft YaHei"/>
                  <a:cs typeface="Arial"/>
                </a:rPr>
                <a:t>• Expected behavior: 404 or Video Unavailable </a:t>
              </a:r>
              <a:r>
                <a:rPr lang="zh-CN" sz="1050">
                  <a:solidFill>
                    <a:srgbClr val="A0A0AB"/>
                  </a:solidFill>
                  <a:latin typeface="Arial"/>
                  <a:ea typeface="Microsoft YaHei"/>
                  <a:cs typeface="Arial"/>
                </a:rPr>
                <a:t>• Target response: Presentation remains stable </a:t>
              </a:r>
              <a:r>
                <a:rPr lang="zh-CN" sz="1050">
                  <a:solidFill>
                    <a:srgbClr val="A0A0AB"/>
                  </a:solidFill>
                  <a:latin typeface="Arial"/>
                  <a:ea typeface="Microsoft YaHei"/>
                  <a:cs typeface="Arial"/>
                </a:rPr>
                <a:t>• Action: Verify crash-free navigation skip </a:t>
              </a:r>
              <a:r>
                <a:rPr lang="zh-CN" sz="1050">
                  <a:solidFill>
                    <a:srgbClr val="A0A0AB"/>
                  </a:solidFill>
                  <a:latin typeface="Arial"/>
                  <a:ea typeface="Microsoft YaHei"/>
                  <a:cs typeface="Arial"/>
                </a:rPr>
                <a:t>• Fallback: Render default warning state</a:t>
              </a:r>
              <a:endParaRPr/>
            </a:p>
          </p:txBody>
        </p:sp>
        <p:sp>
          <p:nvSpPr>
            <p:cNvPr id="23" name="Rectangle 23"/>
            <p:cNvSpPr/>
            <p:nvPr/>
          </p:nvSpPr>
          <p:spPr bwMode="auto">
            <a:xfrm>
              <a:off x="7562850" y="4762500"/>
              <a:ext cx="2095500" cy="304800"/>
            </a:xfrm>
            <a:prstGeom prst="roundRect">
              <a:avLst>
                <a:gd name="adj" fmla="val 50000"/>
              </a:avLst>
            </a:prstGeom>
            <a:solidFill>
              <a:srgbClr val="FF3333">
                <a:alpha val="10000"/>
              </a:srgbClr>
            </a:solidFill>
            <a:ln>
              <a:noFill/>
            </a:ln>
          </p:spPr>
        </p:sp>
        <p:grpSp>
          <p:nvGrpSpPr>
            <p:cNvPr id="27" name="Group 27"/>
            <p:cNvGrpSpPr/>
            <p:nvPr/>
          </p:nvGrpSpPr>
          <p:grpSpPr bwMode="auto">
            <a:xfrm>
              <a:off x="7739062" y="4843462"/>
              <a:ext cx="142875" cy="142875"/>
              <a:chOff x="7739062" y="4843462"/>
              <a:chExt cx="142875" cy="142875"/>
            </a:xfrm>
          </p:grpSpPr>
          <p:sp>
            <p:nvSpPr>
              <p:cNvPr id="24" name="Freeform 24"/>
              <p:cNvSpPr/>
              <p:nvPr/>
            </p:nvSpPr>
            <p:spPr bwMode="auto">
              <a:xfrm>
                <a:off x="7739062" y="4843462"/>
                <a:ext cx="142875" cy="142875"/>
              </a:xfrm>
              <a:custGeom>
                <a:avLst/>
                <a:gdLst/>
                <a:ahLst/>
                <a:cxnLst/>
                <a:rect l="l" t="t" r="r" b="b"/>
                <a:pathLst>
                  <a:path w="142875" h="142875" fill="norm" stroke="1" extrusionOk="0">
                    <a:moveTo>
                      <a:pt x="0" y="71438"/>
                    </a:moveTo>
                    <a:cubicBezTo>
                      <a:pt x="0" y="110891"/>
                      <a:pt x="31984" y="142875"/>
                      <a:pt x="71438" y="142875"/>
                    </a:cubicBezTo>
                    <a:cubicBezTo>
                      <a:pt x="110891" y="142875"/>
                      <a:pt x="142875" y="110891"/>
                      <a:pt x="142875" y="71438"/>
                    </a:cubicBezTo>
                    <a:cubicBezTo>
                      <a:pt x="142875" y="31984"/>
                      <a:pt x="110891" y="0"/>
                      <a:pt x="71438" y="0"/>
                    </a:cubicBezTo>
                    <a:cubicBezTo>
                      <a:pt x="31984" y="0"/>
                      <a:pt x="0" y="31984"/>
                      <a:pt x="0" y="71438"/>
                    </a:cubicBezTo>
                  </a:path>
                </a:pathLst>
              </a:custGeom>
              <a:noFill/>
              <a:ln w="19050">
                <a:solidFill>
                  <a:srgbClr val="FF3333"/>
                </a:solidFill>
              </a:ln>
            </p:spPr>
          </p:sp>
          <p:sp>
            <p:nvSpPr>
              <p:cNvPr id="25" name="Freeform 25"/>
              <p:cNvSpPr/>
              <p:nvPr/>
            </p:nvSpPr>
            <p:spPr bwMode="auto">
              <a:xfrm>
                <a:off x="7810500" y="4883150"/>
                <a:ext cx="9525" cy="31750"/>
              </a:xfrm>
              <a:custGeom>
                <a:avLst/>
                <a:gdLst/>
                <a:ahLst/>
                <a:cxnLst/>
                <a:rect l="l" t="t" r="r" b="b"/>
                <a:pathLst>
                  <a:path w="9525" h="31750" fill="norm" stroke="1" extrusionOk="0">
                    <a:moveTo>
                      <a:pt x="0" y="0"/>
                    </a:moveTo>
                    <a:lnTo>
                      <a:pt x="0" y="31750"/>
                    </a:lnTo>
                  </a:path>
                </a:pathLst>
              </a:custGeom>
              <a:noFill/>
              <a:ln w="19050">
                <a:solidFill>
                  <a:srgbClr val="FF3333"/>
                </a:solidFill>
              </a:ln>
            </p:spPr>
          </p:sp>
          <p:sp>
            <p:nvSpPr>
              <p:cNvPr id="26" name="Freeform 26"/>
              <p:cNvSpPr/>
              <p:nvPr/>
            </p:nvSpPr>
            <p:spPr bwMode="auto">
              <a:xfrm>
                <a:off x="7810500" y="4946650"/>
                <a:ext cx="9525" cy="9525"/>
              </a:xfrm>
              <a:custGeom>
                <a:avLst/>
                <a:gdLst/>
                <a:ahLst/>
                <a:cxnLst/>
                <a:rect l="l" t="t" r="r" b="b"/>
                <a:pathLst>
                  <a:path w="9525" h="9525" fill="norm" stroke="1" extrusionOk="0">
                    <a:moveTo>
                      <a:pt x="0" y="0"/>
                    </a:moveTo>
                    <a:lnTo>
                      <a:pt x="79" y="0"/>
                    </a:lnTo>
                  </a:path>
                </a:pathLst>
              </a:custGeom>
              <a:noFill/>
              <a:ln w="19050">
                <a:solidFill>
                  <a:srgbClr val="FF3333"/>
                </a:solidFill>
              </a:ln>
            </p:spPr>
          </p:sp>
        </p:grpSp>
        <p:sp>
          <p:nvSpPr>
            <p:cNvPr id="28" name="TextBox 28"/>
            <p:cNvSpPr txBox="1"/>
            <p:nvPr/>
          </p:nvSpPr>
          <p:spPr bwMode="auto">
            <a:xfrm>
              <a:off x="7989570" y="4865370"/>
              <a:ext cx="1396432" cy="182880"/>
            </a:xfrm>
            <a:prstGeom prst="rect">
              <a:avLst/>
            </a:prstGeom>
            <a:noFill/>
            <a:ln>
              <a:noFill/>
            </a:ln>
          </p:spPr>
          <p:txBody>
            <a:bodyPr wrap="none" lIns="0" tIns="0" rIns="0" bIns="0" anchor="t" anchorCtr="0">
              <a:spAutoFit/>
            </a:bodyPr>
            <a:lstStyle/>
            <a:p>
              <a:pPr algn="l">
                <a:defRPr/>
              </a:pPr>
              <a:r>
                <a:rPr lang="zh-CN" sz="900" b="1">
                  <a:solidFill>
                    <a:srgbClr val="FF3333"/>
                  </a:solidFill>
                  <a:latin typeface="Consolas"/>
                  <a:ea typeface="Microsoft YaHei"/>
                  <a:cs typeface="Consolas"/>
                </a:rPr>
                <a:t>EXCEPTION: CAUGHT_OK</a:t>
              </a:r>
              <a:endParaRPr/>
            </a:p>
          </p:txBody>
        </p:sp>
      </p:grpSp>
      <p:grpSp>
        <p:nvGrpSpPr>
          <p:cNvPr id="976250124" name="Group 31"/>
          <p:cNvGrpSpPr/>
          <p:nvPr/>
        </p:nvGrpSpPr>
        <p:grpSpPr bwMode="auto">
          <a:xfrm>
            <a:off x="2323195" y="5696902"/>
            <a:ext cx="7545610" cy="213360"/>
            <a:chOff x="2323195" y="5696902"/>
            <a:chExt cx="7545610" cy="213360"/>
          </a:xfrm>
        </p:grpSpPr>
        <p:sp>
          <p:nvSpPr>
            <p:cNvPr id="30" name="TextBox 30"/>
            <p:cNvSpPr txBox="1"/>
            <p:nvPr/>
          </p:nvSpPr>
          <p:spPr bwMode="auto">
            <a:xfrm>
              <a:off x="2323195" y="5696902"/>
              <a:ext cx="7545610" cy="213360"/>
            </a:xfrm>
            <a:prstGeom prst="rect">
              <a:avLst/>
            </a:prstGeom>
            <a:noFill/>
            <a:ln>
              <a:noFill/>
            </a:ln>
          </p:spPr>
          <p:txBody>
            <a:bodyPr wrap="none" lIns="0" tIns="0" rIns="0" bIns="0" anchor="t" anchorCtr="0">
              <a:spAutoFit/>
            </a:bodyPr>
            <a:lstStyle/>
            <a:p>
              <a:pPr algn="ctr">
                <a:defRPr/>
              </a:pPr>
              <a:r>
                <a:rPr lang="zh-CN" sz="1050">
                  <a:solidFill>
                    <a:srgbClr val="71717A"/>
                  </a:solidFill>
                  <a:latin typeface="Arial"/>
                  <a:ea typeface="Microsoft YaHei"/>
                  <a:cs typeface="Arial"/>
                </a:rPr>
                <a:t>*Tests behavior when an online resource is unavailable. Ensure the slide transitions cleanly on error capture.</a:t>
              </a:r>
              <a:endParaRPr/>
            </a:p>
          </p:txBody>
        </p:sp>
      </p:grpSp>
      <p:grpSp>
        <p:nvGrpSpPr>
          <p:cNvPr id="227380166" name="Group 35"/>
          <p:cNvGrpSpPr/>
          <p:nvPr/>
        </p:nvGrpSpPr>
        <p:grpSpPr bwMode="auto">
          <a:xfrm>
            <a:off x="560070" y="6238875"/>
            <a:ext cx="11071860" cy="323850"/>
            <a:chOff x="560070" y="6238875"/>
            <a:chExt cx="11071860" cy="323850"/>
          </a:xfrm>
        </p:grpSpPr>
        <p:sp>
          <p:nvSpPr>
            <p:cNvPr id="32" name="Line 32"/>
            <p:cNvSpPr/>
            <p:nvPr/>
          </p:nvSpPr>
          <p:spPr bwMode="auto">
            <a:xfrm>
              <a:off x="571500" y="6238875"/>
              <a:ext cx="11049000" cy="9525"/>
            </a:xfrm>
            <a:custGeom>
              <a:avLst/>
              <a:gdLst/>
              <a:ahLst/>
              <a:cxnLst/>
              <a:rect l="l" t="t" r="r" b="b"/>
              <a:pathLst>
                <a:path w="11049000" h="9525" fill="norm" stroke="1" extrusionOk="0">
                  <a:moveTo>
                    <a:pt x="0" y="0"/>
                  </a:moveTo>
                  <a:lnTo>
                    <a:pt x="11049000" y="0"/>
                  </a:lnTo>
                </a:path>
              </a:pathLst>
            </a:custGeom>
            <a:noFill/>
            <a:ln w="14288">
              <a:solidFill>
                <a:srgbClr val="2E2E33"/>
              </a:solidFill>
            </a:ln>
          </p:spPr>
        </p:sp>
        <p:sp>
          <p:nvSpPr>
            <p:cNvPr id="33" name="TextBox 33"/>
            <p:cNvSpPr txBox="1"/>
            <p:nvPr/>
          </p:nvSpPr>
          <p:spPr bwMode="auto">
            <a:xfrm>
              <a:off x="560070" y="6379845"/>
              <a:ext cx="2279142" cy="182880"/>
            </a:xfrm>
            <a:prstGeom prst="rect">
              <a:avLst/>
            </a:prstGeom>
            <a:noFill/>
            <a:ln>
              <a:noFill/>
            </a:ln>
          </p:spPr>
          <p:txBody>
            <a:bodyPr wrap="none" lIns="0" tIns="0" rIns="0" bIns="0" anchor="t" anchorCtr="0">
              <a:spAutoFit/>
            </a:bodyPr>
            <a:lstStyle/>
            <a:p>
              <a:pPr algn="l">
                <a:defRPr/>
              </a:pPr>
              <a:r>
                <a:rPr lang="zh-CN" sz="900">
                  <a:solidFill>
                    <a:srgbClr val="71717A"/>
                  </a:solidFill>
                  <a:latin typeface="Consolas"/>
                  <a:ea typeface="Microsoft YaHei"/>
                  <a:cs typeface="Consolas"/>
                </a:rPr>
                <a:t>FAILSAFE_CHECK: SYSTEM_RECOVERY_OK</a:t>
              </a:r>
              <a:endParaRPr/>
            </a:p>
          </p:txBody>
        </p:sp>
        <p:sp>
          <p:nvSpPr>
            <p:cNvPr id="34" name="TextBox 34"/>
            <p:cNvSpPr txBox="1"/>
            <p:nvPr/>
          </p:nvSpPr>
          <p:spPr bwMode="auto">
            <a:xfrm>
              <a:off x="10810970" y="6379845"/>
              <a:ext cx="820960" cy="182880"/>
            </a:xfrm>
            <a:prstGeom prst="rect">
              <a:avLst/>
            </a:prstGeom>
            <a:noFill/>
            <a:ln>
              <a:noFill/>
            </a:ln>
          </p:spPr>
          <p:txBody>
            <a:bodyPr wrap="none" lIns="0" tIns="0" rIns="0" bIns="0" anchor="t" anchorCtr="0">
              <a:spAutoFit/>
            </a:bodyPr>
            <a:lstStyle/>
            <a:p>
              <a:pPr algn="r">
                <a:defRPr/>
              </a:pPr>
              <a:r>
                <a:rPr lang="zh-CN" sz="900">
                  <a:solidFill>
                    <a:srgbClr val="71717A"/>
                  </a:solidFill>
                  <a:latin typeface="Consolas"/>
                  <a:ea typeface="Microsoft YaHei"/>
                  <a:cs typeface="Consolas"/>
                </a:rPr>
                <a:t>PAGE_13 // 15</a:t>
              </a:r>
              <a:endParaRPr/>
            </a:p>
          </p:txBody>
        </p:sp>
      </p:grpSp>
      <p:graphicFrame>
        <p:nvGraphicFramePr>
          <p:cNvPr id="1736396439" name=""/>
          <p:cNvGraphicFramePr>
            <a:graphicFrameLocks xmlns:a="http://schemas.openxmlformats.org/drawingml/2006/main" noChangeAspect="1"/>
          </p:cNvGraphicFramePr>
          <p:nvPr/>
        </p:nvGraphicFramePr>
        <p:xfrm flipH="0" flipV="0">
          <a:off x="523927" y="1859642"/>
          <a:ext cx="6554107" cy="3696607"/>
        </p:xfrm>
        <a:graphic>
          <a:graphicData uri="http://schemas.openxmlformats.org/presentationml/2006/ole">
            <p:oleObj name="oleObj" r:id="rId4" imgW="0" imgH="0" progId="asc.{38E022EA-AD92-45FC-B22B-49DF39746DB4}">
              <p:embed/>
              <p:pic>
                <p:nvPicPr>
                  <p:cNvPr id="1736396439" name=""/>
                  <p:cNvPicPr/>
                  <p:nvPr/>
                </p:nvPicPr>
                <p:blipFill rotWithShape="1">
                  <a:blip r:embed="rId3"/>
                  <a:stretch/>
                </p:blipFill>
                <p:spPr bwMode="auto">
                  <a:xfrm flipH="0" flipV="0">
                    <a:off x="523927" y="1859642"/>
                    <a:ext cx="6554107" cy="3696607"/>
                  </a:xfrm>
                  <a:prstGeom prst="rect">
                    <a:avLst/>
                  </a:prstGeom>
                </p:spPr>
              </p:pic>
            </p:oleObj>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400" advClick="1">
        <p:fade thruBlk="0"/>
      </p:transition>
    </mc:Choice>
    <mc:Fallback>
      <p:transition spd="fast" advClick="1">
        <p:fade thruBlk="0"/>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85114669"/>
                                        </p:tgtEl>
                                        <p:attrNameLst>
                                          <p:attrName>style.visibility</p:attrName>
                                        </p:attrNameLst>
                                      </p:cBhvr>
                                      <p:to>
                                        <p:strVal val="visible"/>
                                      </p:to>
                                    </p:set>
                                    <p:animEffect transition="in" filter="fade">
                                      <p:cBhvr>
                                        <p:cTn id="7" dur="400"/>
                                        <p:tgtEl>
                                          <p:spTgt spid="885114669"/>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1359650813"/>
                                        </p:tgtEl>
                                        <p:attrNameLst>
                                          <p:attrName>style.visibility</p:attrName>
                                        </p:attrNameLst>
                                      </p:cBhvr>
                                      <p:to>
                                        <p:strVal val="visible"/>
                                      </p:to>
                                    </p:set>
                                    <p:animEffect transition="in" filter="wipe(left)">
                                      <p:cBhvr>
                                        <p:cTn id="11" dur="400"/>
                                        <p:tgtEl>
                                          <p:spTgt spid="1359650813"/>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1122591794"/>
                                        </p:tgtEl>
                                        <p:attrNameLst>
                                          <p:attrName>style.visibility</p:attrName>
                                        </p:attrNameLst>
                                      </p:cBhvr>
                                      <p:to>
                                        <p:strVal val="visible"/>
                                      </p:to>
                                    </p:set>
                                    <p:animEffect transition="in" filter="slide(fromBottom)">
                                      <p:cBhvr>
                                        <p:cTn id="15" dur="400"/>
                                        <p:tgtEl>
                                          <p:spTgt spid="1122591794"/>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976250124"/>
                                        </p:tgtEl>
                                        <p:attrNameLst>
                                          <p:attrName>style.visibility</p:attrName>
                                        </p:attrNameLst>
                                      </p:cBhvr>
                                      <p:to>
                                        <p:strVal val="visible"/>
                                      </p:to>
                                    </p:set>
                                    <p:animEffect transition="in" filter="fade">
                                      <p:cBhvr>
                                        <p:cTn id="19" dur="400"/>
                                        <p:tgtEl>
                                          <p:spTgt spid="976250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5114669" grpId="0"/>
      <p:bldP spid="1359650813" grpId="0"/>
      <p:bldP spid="1122591794" grpId="0"/>
      <p:bldP spid="976250124" grpId="0"/>
    </p:bldLst>
  </p:timing>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69479061" name="Rectangle 2"/>
          <p:cNvSpPr/>
          <p:nvPr/>
        </p:nvSpPr>
        <p:spPr bwMode="auto">
          <a:xfrm>
            <a:off x="0" y="0"/>
            <a:ext cx="12192000" cy="6858000"/>
          </a:xfrm>
          <a:prstGeom prst="rect">
            <a:avLst/>
          </a:prstGeom>
          <a:pattFill prst="lgGrid">
            <a:fgClr>
              <a:srgbClr val="242428"/>
            </a:fgClr>
            <a:bgClr>
              <a:srgbClr val="121214"/>
            </a:bgClr>
          </a:pattFill>
          <a:ln>
            <a:noFill/>
          </a:ln>
        </p:spPr>
      </p:sp>
      <p:grpSp>
        <p:nvGrpSpPr>
          <p:cNvPr id="392803852" name="Group 5"/>
          <p:cNvGrpSpPr/>
          <p:nvPr/>
        </p:nvGrpSpPr>
        <p:grpSpPr bwMode="auto">
          <a:xfrm>
            <a:off x="560070" y="379095"/>
            <a:ext cx="11060430" cy="249555"/>
            <a:chOff x="560070" y="379095"/>
            <a:chExt cx="11060430" cy="249555"/>
          </a:xfrm>
        </p:grpSpPr>
        <p:sp>
          <p:nvSpPr>
            <p:cNvPr id="3" name="TextBox 3"/>
            <p:cNvSpPr txBox="1"/>
            <p:nvPr/>
          </p:nvSpPr>
          <p:spPr bwMode="auto">
            <a:xfrm>
              <a:off x="560070" y="379095"/>
              <a:ext cx="1943100" cy="182880"/>
            </a:xfrm>
            <a:prstGeom prst="rect">
              <a:avLst/>
            </a:prstGeom>
            <a:noFill/>
            <a:ln>
              <a:noFill/>
            </a:ln>
          </p:spPr>
          <p:txBody>
            <a:bodyPr wrap="none" lIns="0" tIns="0" rIns="0" bIns="0" anchor="t" anchorCtr="0">
              <a:spAutoFit/>
            </a:bodyPr>
            <a:lstStyle/>
            <a:p>
              <a:pPr algn="l">
                <a:defRPr/>
              </a:pPr>
              <a:r>
                <a:rPr lang="zh-CN" sz="900">
                  <a:solidFill>
                    <a:srgbClr val="71717A"/>
                  </a:solidFill>
                  <a:latin typeface="Consolas"/>
                  <a:ea typeface="Microsoft YaHei"/>
                  <a:cs typeface="Consolas"/>
                </a:rPr>
                <a:t>SYS.PRESENTER_READAHEAD // P14</a:t>
              </a:r>
              <a:endParaRPr/>
            </a:p>
          </p:txBody>
        </p:sp>
        <p:sp>
          <p:nvSpPr>
            <p:cNvPr id="4" name="Line 4"/>
            <p:cNvSpPr/>
            <p:nvPr/>
          </p:nvSpPr>
          <p:spPr bwMode="auto">
            <a:xfrm>
              <a:off x="571500" y="619125"/>
              <a:ext cx="11049000" cy="9525"/>
            </a:xfrm>
            <a:custGeom>
              <a:avLst/>
              <a:gdLst/>
              <a:ahLst/>
              <a:cxnLst/>
              <a:rect l="l" t="t" r="r" b="b"/>
              <a:pathLst>
                <a:path w="11049000" h="9525" fill="norm" stroke="1" extrusionOk="0">
                  <a:moveTo>
                    <a:pt x="0" y="0"/>
                  </a:moveTo>
                  <a:lnTo>
                    <a:pt x="11049000" y="0"/>
                  </a:lnTo>
                </a:path>
              </a:pathLst>
            </a:custGeom>
            <a:noFill/>
            <a:ln w="14288">
              <a:solidFill>
                <a:srgbClr val="2E2E33"/>
              </a:solidFill>
            </a:ln>
          </p:spPr>
        </p:sp>
      </p:grpSp>
      <p:grpSp>
        <p:nvGrpSpPr>
          <p:cNvPr id="776425321" name="Group 7"/>
          <p:cNvGrpSpPr/>
          <p:nvPr/>
        </p:nvGrpSpPr>
        <p:grpSpPr bwMode="auto">
          <a:xfrm>
            <a:off x="537210" y="1042035"/>
            <a:ext cx="5455753" cy="548640"/>
            <a:chOff x="537210" y="1042035"/>
            <a:chExt cx="5455753" cy="548640"/>
          </a:xfrm>
        </p:grpSpPr>
        <p:sp>
          <p:nvSpPr>
            <p:cNvPr id="6" name="TextBox 6"/>
            <p:cNvSpPr txBox="1"/>
            <p:nvPr/>
          </p:nvSpPr>
          <p:spPr bwMode="auto">
            <a:xfrm>
              <a:off x="537210" y="1042035"/>
              <a:ext cx="5455753" cy="548640"/>
            </a:xfrm>
            <a:prstGeom prst="rect">
              <a:avLst/>
            </a:prstGeom>
            <a:noFill/>
            <a:ln>
              <a:noFill/>
            </a:ln>
          </p:spPr>
          <p:txBody>
            <a:bodyPr wrap="none" lIns="0" tIns="0" rIns="0" bIns="0" anchor="t" anchorCtr="0">
              <a:spAutoFit/>
            </a:bodyPr>
            <a:lstStyle/>
            <a:p>
              <a:pPr algn="l">
                <a:defRPr/>
              </a:pPr>
              <a:r>
                <a:rPr lang="zh-CN" sz="2700" b="1">
                  <a:solidFill>
                    <a:srgbClr val="FFFFFF"/>
                  </a:solidFill>
                  <a:latin typeface="Arial"/>
                  <a:ea typeface="Microsoft YaHei"/>
                  <a:cs typeface="Arial"/>
                </a:rPr>
                <a:t>What Have We Learned Today?</a:t>
              </a:r>
              <a:endParaRPr/>
            </a:p>
          </p:txBody>
        </p:sp>
      </p:grpSp>
      <p:grpSp>
        <p:nvGrpSpPr>
          <p:cNvPr id="296049246" name="Group 28"/>
          <p:cNvGrpSpPr/>
          <p:nvPr/>
        </p:nvGrpSpPr>
        <p:grpSpPr bwMode="auto">
          <a:xfrm>
            <a:off x="1366838" y="2081212"/>
            <a:ext cx="7586662" cy="2486025"/>
            <a:chOff x="1366838" y="2081212"/>
            <a:chExt cx="7586662" cy="2486025"/>
          </a:xfrm>
        </p:grpSpPr>
        <p:grpSp>
          <p:nvGrpSpPr>
            <p:cNvPr id="12" name="Group 12"/>
            <p:cNvGrpSpPr/>
            <p:nvPr/>
          </p:nvGrpSpPr>
          <p:grpSpPr bwMode="auto">
            <a:xfrm>
              <a:off x="1366838" y="2081212"/>
              <a:ext cx="7586662" cy="200025"/>
              <a:chOff x="1366838" y="2081212"/>
              <a:chExt cx="7586662" cy="200025"/>
            </a:xfrm>
          </p:grpSpPr>
          <p:grpSp>
            <p:nvGrpSpPr>
              <p:cNvPr id="10" name="Group 10"/>
              <p:cNvGrpSpPr/>
              <p:nvPr/>
            </p:nvGrpSpPr>
            <p:grpSpPr bwMode="auto">
              <a:xfrm>
                <a:off x="1366838" y="2081212"/>
                <a:ext cx="200025" cy="200025"/>
                <a:chOff x="1366838" y="2081212"/>
                <a:chExt cx="200025" cy="200025"/>
              </a:xfrm>
            </p:grpSpPr>
            <p:sp>
              <p:nvSpPr>
                <p:cNvPr id="8" name="Freeform 8"/>
                <p:cNvSpPr/>
                <p:nvPr/>
              </p:nvSpPr>
              <p:spPr bwMode="auto">
                <a:xfrm>
                  <a:off x="1366838" y="2081212"/>
                  <a:ext cx="200025" cy="200025"/>
                </a:xfrm>
                <a:custGeom>
                  <a:avLst/>
                  <a:gdLst/>
                  <a:ahLst/>
                  <a:cxnLst/>
                  <a:rect l="l" t="t" r="r" b="b"/>
                  <a:pathLst>
                    <a:path w="200025" h="200025" fill="norm" stroke="1" extrusionOk="0">
                      <a:moveTo>
                        <a:pt x="0" y="100012"/>
                      </a:moveTo>
                      <a:cubicBezTo>
                        <a:pt x="0" y="155248"/>
                        <a:pt x="44777" y="200025"/>
                        <a:pt x="100012" y="200025"/>
                      </a:cubicBezTo>
                      <a:cubicBezTo>
                        <a:pt x="155248" y="200025"/>
                        <a:pt x="200025" y="155248"/>
                        <a:pt x="200025" y="100012"/>
                      </a:cubicBezTo>
                      <a:cubicBezTo>
                        <a:pt x="200025" y="44777"/>
                        <a:pt x="155248" y="0"/>
                        <a:pt x="100012" y="0"/>
                      </a:cubicBezTo>
                      <a:cubicBezTo>
                        <a:pt x="44777" y="0"/>
                        <a:pt x="0" y="44777"/>
                        <a:pt x="0" y="100012"/>
                      </a:cubicBezTo>
                    </a:path>
                  </a:pathLst>
                </a:custGeom>
                <a:noFill/>
                <a:ln w="19050">
                  <a:solidFill>
                    <a:srgbClr val="2E2E33"/>
                  </a:solidFill>
                </a:ln>
              </p:spPr>
            </p:sp>
            <p:sp>
              <p:nvSpPr>
                <p:cNvPr id="9" name="Freeform 9"/>
                <p:cNvSpPr/>
                <p:nvPr/>
              </p:nvSpPr>
              <p:spPr bwMode="auto">
                <a:xfrm>
                  <a:off x="1433512" y="2159000"/>
                  <a:ext cx="66675" cy="44450"/>
                </a:xfrm>
                <a:custGeom>
                  <a:avLst/>
                  <a:gdLst/>
                  <a:ahLst/>
                  <a:cxnLst/>
                  <a:rect l="l" t="t" r="r" b="b"/>
                  <a:pathLst>
                    <a:path w="66675" h="44450" fill="norm" stroke="1" extrusionOk="0">
                      <a:moveTo>
                        <a:pt x="0" y="22225"/>
                      </a:moveTo>
                      <a:lnTo>
                        <a:pt x="22225" y="44450"/>
                      </a:lnTo>
                      <a:lnTo>
                        <a:pt x="66675" y="0"/>
                      </a:lnTo>
                    </a:path>
                  </a:pathLst>
                </a:custGeom>
                <a:noFill/>
                <a:ln w="19050">
                  <a:solidFill>
                    <a:srgbClr val="2E2E33"/>
                  </a:solidFill>
                </a:ln>
              </p:spPr>
            </p:sp>
          </p:grpSp>
          <p:sp>
            <p:nvSpPr>
              <p:cNvPr id="11" name="Line 11"/>
              <p:cNvSpPr/>
              <p:nvPr/>
            </p:nvSpPr>
            <p:spPr bwMode="auto">
              <a:xfrm>
                <a:off x="1762125" y="2228850"/>
                <a:ext cx="7191375" cy="9525"/>
              </a:xfrm>
              <a:custGeom>
                <a:avLst/>
                <a:gdLst/>
                <a:ahLst/>
                <a:cxnLst/>
                <a:rect l="l" t="t" r="r" b="b"/>
                <a:pathLst>
                  <a:path w="7191375" h="9525" fill="norm" stroke="1" extrusionOk="0">
                    <a:moveTo>
                      <a:pt x="0" y="0"/>
                    </a:moveTo>
                    <a:lnTo>
                      <a:pt x="7191375" y="0"/>
                    </a:lnTo>
                  </a:path>
                </a:pathLst>
              </a:custGeom>
              <a:noFill/>
              <a:ln w="19050">
                <a:solidFill>
                  <a:srgbClr val="2E2E33"/>
                </a:solidFill>
                <a:prstDash val="lgDash"/>
              </a:ln>
            </p:spPr>
          </p:sp>
        </p:grpSp>
        <p:grpSp>
          <p:nvGrpSpPr>
            <p:cNvPr id="17" name="Group 17"/>
            <p:cNvGrpSpPr/>
            <p:nvPr/>
          </p:nvGrpSpPr>
          <p:grpSpPr bwMode="auto">
            <a:xfrm>
              <a:off x="1366838" y="2843211"/>
              <a:ext cx="7586662" cy="200025"/>
              <a:chOff x="1366838" y="2843211"/>
              <a:chExt cx="7586662" cy="200025"/>
            </a:xfrm>
          </p:grpSpPr>
          <p:grpSp>
            <p:nvGrpSpPr>
              <p:cNvPr id="15" name="Group 15"/>
              <p:cNvGrpSpPr/>
              <p:nvPr/>
            </p:nvGrpSpPr>
            <p:grpSpPr bwMode="auto">
              <a:xfrm>
                <a:off x="1366838" y="2843211"/>
                <a:ext cx="200025" cy="200025"/>
                <a:chOff x="1366838" y="2843211"/>
                <a:chExt cx="200025" cy="200025"/>
              </a:xfrm>
            </p:grpSpPr>
            <p:sp>
              <p:nvSpPr>
                <p:cNvPr id="13" name="Freeform 13"/>
                <p:cNvSpPr/>
                <p:nvPr/>
              </p:nvSpPr>
              <p:spPr bwMode="auto">
                <a:xfrm>
                  <a:off x="1366838" y="2843211"/>
                  <a:ext cx="200025" cy="200025"/>
                </a:xfrm>
                <a:custGeom>
                  <a:avLst/>
                  <a:gdLst/>
                  <a:ahLst/>
                  <a:cxnLst/>
                  <a:rect l="l" t="t" r="r" b="b"/>
                  <a:pathLst>
                    <a:path w="200025" h="200025" fill="norm" stroke="1" extrusionOk="0">
                      <a:moveTo>
                        <a:pt x="0" y="100012"/>
                      </a:moveTo>
                      <a:cubicBezTo>
                        <a:pt x="0" y="155248"/>
                        <a:pt x="44777" y="200025"/>
                        <a:pt x="100012" y="200025"/>
                      </a:cubicBezTo>
                      <a:cubicBezTo>
                        <a:pt x="155248" y="200025"/>
                        <a:pt x="200025" y="155248"/>
                        <a:pt x="200025" y="100012"/>
                      </a:cubicBezTo>
                      <a:cubicBezTo>
                        <a:pt x="200025" y="44777"/>
                        <a:pt x="155248" y="0"/>
                        <a:pt x="100012" y="0"/>
                      </a:cubicBezTo>
                      <a:cubicBezTo>
                        <a:pt x="44777" y="0"/>
                        <a:pt x="0" y="44777"/>
                        <a:pt x="0" y="100012"/>
                      </a:cubicBezTo>
                    </a:path>
                  </a:pathLst>
                </a:custGeom>
                <a:noFill/>
                <a:ln w="19050">
                  <a:solidFill>
                    <a:srgbClr val="2E2E33"/>
                  </a:solidFill>
                </a:ln>
              </p:spPr>
            </p:sp>
            <p:sp>
              <p:nvSpPr>
                <p:cNvPr id="14" name="Freeform 14"/>
                <p:cNvSpPr/>
                <p:nvPr/>
              </p:nvSpPr>
              <p:spPr bwMode="auto">
                <a:xfrm>
                  <a:off x="1433512" y="2921000"/>
                  <a:ext cx="66675" cy="44450"/>
                </a:xfrm>
                <a:custGeom>
                  <a:avLst/>
                  <a:gdLst/>
                  <a:ahLst/>
                  <a:cxnLst/>
                  <a:rect l="l" t="t" r="r" b="b"/>
                  <a:pathLst>
                    <a:path w="66675" h="44450" fill="norm" stroke="1" extrusionOk="0">
                      <a:moveTo>
                        <a:pt x="0" y="22225"/>
                      </a:moveTo>
                      <a:lnTo>
                        <a:pt x="22225" y="44450"/>
                      </a:lnTo>
                      <a:lnTo>
                        <a:pt x="66675" y="0"/>
                      </a:lnTo>
                    </a:path>
                  </a:pathLst>
                </a:custGeom>
                <a:noFill/>
                <a:ln w="19050">
                  <a:solidFill>
                    <a:srgbClr val="2E2E33"/>
                  </a:solidFill>
                </a:ln>
              </p:spPr>
            </p:sp>
          </p:grpSp>
          <p:sp>
            <p:nvSpPr>
              <p:cNvPr id="16" name="Line 16"/>
              <p:cNvSpPr/>
              <p:nvPr/>
            </p:nvSpPr>
            <p:spPr bwMode="auto">
              <a:xfrm>
                <a:off x="1762125" y="2990850"/>
                <a:ext cx="7191375" cy="9525"/>
              </a:xfrm>
              <a:custGeom>
                <a:avLst/>
                <a:gdLst/>
                <a:ahLst/>
                <a:cxnLst/>
                <a:rect l="l" t="t" r="r" b="b"/>
                <a:pathLst>
                  <a:path w="7191375" h="9525" fill="norm" stroke="1" extrusionOk="0">
                    <a:moveTo>
                      <a:pt x="0" y="0"/>
                    </a:moveTo>
                    <a:lnTo>
                      <a:pt x="7191375" y="0"/>
                    </a:lnTo>
                  </a:path>
                </a:pathLst>
              </a:custGeom>
              <a:noFill/>
              <a:ln w="19050">
                <a:solidFill>
                  <a:srgbClr val="2E2E33"/>
                </a:solidFill>
                <a:prstDash val="lgDash"/>
              </a:ln>
            </p:spPr>
          </p:sp>
        </p:grpSp>
        <p:grpSp>
          <p:nvGrpSpPr>
            <p:cNvPr id="22" name="Group 22"/>
            <p:cNvGrpSpPr/>
            <p:nvPr/>
          </p:nvGrpSpPr>
          <p:grpSpPr bwMode="auto">
            <a:xfrm>
              <a:off x="1366838" y="3605212"/>
              <a:ext cx="7586662" cy="200025"/>
              <a:chOff x="1366838" y="3605212"/>
              <a:chExt cx="7586662" cy="200025"/>
            </a:xfrm>
          </p:grpSpPr>
          <p:grpSp>
            <p:nvGrpSpPr>
              <p:cNvPr id="20" name="Group 20"/>
              <p:cNvGrpSpPr/>
              <p:nvPr/>
            </p:nvGrpSpPr>
            <p:grpSpPr bwMode="auto">
              <a:xfrm>
                <a:off x="1366838" y="3605212"/>
                <a:ext cx="200025" cy="200025"/>
                <a:chOff x="1366838" y="3605212"/>
                <a:chExt cx="200025" cy="200025"/>
              </a:xfrm>
            </p:grpSpPr>
            <p:sp>
              <p:nvSpPr>
                <p:cNvPr id="18" name="Freeform 18"/>
                <p:cNvSpPr/>
                <p:nvPr/>
              </p:nvSpPr>
              <p:spPr bwMode="auto">
                <a:xfrm>
                  <a:off x="1366838" y="3605212"/>
                  <a:ext cx="200025" cy="200025"/>
                </a:xfrm>
                <a:custGeom>
                  <a:avLst/>
                  <a:gdLst/>
                  <a:ahLst/>
                  <a:cxnLst/>
                  <a:rect l="l" t="t" r="r" b="b"/>
                  <a:pathLst>
                    <a:path w="200025" h="200025" fill="norm" stroke="1" extrusionOk="0">
                      <a:moveTo>
                        <a:pt x="0" y="100012"/>
                      </a:moveTo>
                      <a:cubicBezTo>
                        <a:pt x="0" y="155248"/>
                        <a:pt x="44777" y="200025"/>
                        <a:pt x="100012" y="200025"/>
                      </a:cubicBezTo>
                      <a:cubicBezTo>
                        <a:pt x="155248" y="200025"/>
                        <a:pt x="200025" y="155248"/>
                        <a:pt x="200025" y="100012"/>
                      </a:cubicBezTo>
                      <a:cubicBezTo>
                        <a:pt x="200025" y="44777"/>
                        <a:pt x="155248" y="0"/>
                        <a:pt x="100012" y="0"/>
                      </a:cubicBezTo>
                      <a:cubicBezTo>
                        <a:pt x="44777" y="0"/>
                        <a:pt x="0" y="44777"/>
                        <a:pt x="0" y="100012"/>
                      </a:cubicBezTo>
                    </a:path>
                  </a:pathLst>
                </a:custGeom>
                <a:noFill/>
                <a:ln w="19050">
                  <a:solidFill>
                    <a:srgbClr val="2E2E33"/>
                  </a:solidFill>
                </a:ln>
              </p:spPr>
            </p:sp>
            <p:sp>
              <p:nvSpPr>
                <p:cNvPr id="19" name="Freeform 19"/>
                <p:cNvSpPr/>
                <p:nvPr/>
              </p:nvSpPr>
              <p:spPr bwMode="auto">
                <a:xfrm>
                  <a:off x="1433512" y="3683000"/>
                  <a:ext cx="66675" cy="44450"/>
                </a:xfrm>
                <a:custGeom>
                  <a:avLst/>
                  <a:gdLst/>
                  <a:ahLst/>
                  <a:cxnLst/>
                  <a:rect l="l" t="t" r="r" b="b"/>
                  <a:pathLst>
                    <a:path w="66675" h="44450" fill="norm" stroke="1" extrusionOk="0">
                      <a:moveTo>
                        <a:pt x="0" y="22225"/>
                      </a:moveTo>
                      <a:lnTo>
                        <a:pt x="22225" y="44450"/>
                      </a:lnTo>
                      <a:lnTo>
                        <a:pt x="66675" y="0"/>
                      </a:lnTo>
                    </a:path>
                  </a:pathLst>
                </a:custGeom>
                <a:noFill/>
                <a:ln w="19050">
                  <a:solidFill>
                    <a:srgbClr val="2E2E33"/>
                  </a:solidFill>
                </a:ln>
              </p:spPr>
            </p:sp>
          </p:grpSp>
          <p:sp>
            <p:nvSpPr>
              <p:cNvPr id="21" name="Line 21"/>
              <p:cNvSpPr/>
              <p:nvPr/>
            </p:nvSpPr>
            <p:spPr bwMode="auto">
              <a:xfrm>
                <a:off x="1762125" y="3752850"/>
                <a:ext cx="7191375" cy="9525"/>
              </a:xfrm>
              <a:custGeom>
                <a:avLst/>
                <a:gdLst/>
                <a:ahLst/>
                <a:cxnLst/>
                <a:rect l="l" t="t" r="r" b="b"/>
                <a:pathLst>
                  <a:path w="7191375" h="9525" fill="norm" stroke="1" extrusionOk="0">
                    <a:moveTo>
                      <a:pt x="0" y="0"/>
                    </a:moveTo>
                    <a:lnTo>
                      <a:pt x="7191375" y="0"/>
                    </a:lnTo>
                  </a:path>
                </a:pathLst>
              </a:custGeom>
              <a:noFill/>
              <a:ln w="19050">
                <a:solidFill>
                  <a:srgbClr val="2E2E33"/>
                </a:solidFill>
                <a:prstDash val="lgDash"/>
              </a:ln>
            </p:spPr>
          </p:sp>
        </p:grpSp>
        <p:grpSp>
          <p:nvGrpSpPr>
            <p:cNvPr id="27" name="Group 27"/>
            <p:cNvGrpSpPr/>
            <p:nvPr/>
          </p:nvGrpSpPr>
          <p:grpSpPr bwMode="auto">
            <a:xfrm>
              <a:off x="1366838" y="4367212"/>
              <a:ext cx="7586662" cy="200025"/>
              <a:chOff x="1366838" y="4367212"/>
              <a:chExt cx="7586662" cy="200025"/>
            </a:xfrm>
          </p:grpSpPr>
          <p:grpSp>
            <p:nvGrpSpPr>
              <p:cNvPr id="25" name="Group 25"/>
              <p:cNvGrpSpPr/>
              <p:nvPr/>
            </p:nvGrpSpPr>
            <p:grpSpPr bwMode="auto">
              <a:xfrm>
                <a:off x="1366838" y="4367212"/>
                <a:ext cx="200025" cy="200025"/>
                <a:chOff x="1366838" y="4367212"/>
                <a:chExt cx="200025" cy="200025"/>
              </a:xfrm>
            </p:grpSpPr>
            <p:sp>
              <p:nvSpPr>
                <p:cNvPr id="23" name="Freeform 23"/>
                <p:cNvSpPr/>
                <p:nvPr/>
              </p:nvSpPr>
              <p:spPr bwMode="auto">
                <a:xfrm>
                  <a:off x="1366838" y="4367212"/>
                  <a:ext cx="200025" cy="200025"/>
                </a:xfrm>
                <a:custGeom>
                  <a:avLst/>
                  <a:gdLst/>
                  <a:ahLst/>
                  <a:cxnLst/>
                  <a:rect l="l" t="t" r="r" b="b"/>
                  <a:pathLst>
                    <a:path w="200025" h="200025" fill="norm" stroke="1" extrusionOk="0">
                      <a:moveTo>
                        <a:pt x="0" y="100012"/>
                      </a:moveTo>
                      <a:cubicBezTo>
                        <a:pt x="0" y="155248"/>
                        <a:pt x="44777" y="200025"/>
                        <a:pt x="100012" y="200025"/>
                      </a:cubicBezTo>
                      <a:cubicBezTo>
                        <a:pt x="155248" y="200025"/>
                        <a:pt x="200025" y="155248"/>
                        <a:pt x="200025" y="100012"/>
                      </a:cubicBezTo>
                      <a:cubicBezTo>
                        <a:pt x="200025" y="44777"/>
                        <a:pt x="155248" y="0"/>
                        <a:pt x="100012" y="0"/>
                      </a:cubicBezTo>
                      <a:cubicBezTo>
                        <a:pt x="44777" y="0"/>
                        <a:pt x="0" y="44777"/>
                        <a:pt x="0" y="100012"/>
                      </a:cubicBezTo>
                    </a:path>
                  </a:pathLst>
                </a:custGeom>
                <a:noFill/>
                <a:ln w="19050">
                  <a:solidFill>
                    <a:srgbClr val="2E2E33"/>
                  </a:solidFill>
                </a:ln>
              </p:spPr>
            </p:sp>
            <p:sp>
              <p:nvSpPr>
                <p:cNvPr id="24" name="Freeform 24"/>
                <p:cNvSpPr/>
                <p:nvPr/>
              </p:nvSpPr>
              <p:spPr bwMode="auto">
                <a:xfrm>
                  <a:off x="1433512" y="4445000"/>
                  <a:ext cx="66675" cy="44450"/>
                </a:xfrm>
                <a:custGeom>
                  <a:avLst/>
                  <a:gdLst/>
                  <a:ahLst/>
                  <a:cxnLst/>
                  <a:rect l="l" t="t" r="r" b="b"/>
                  <a:pathLst>
                    <a:path w="66675" h="44450" fill="norm" stroke="1" extrusionOk="0">
                      <a:moveTo>
                        <a:pt x="0" y="22225"/>
                      </a:moveTo>
                      <a:lnTo>
                        <a:pt x="22225" y="44450"/>
                      </a:lnTo>
                      <a:lnTo>
                        <a:pt x="66675" y="0"/>
                      </a:lnTo>
                    </a:path>
                  </a:pathLst>
                </a:custGeom>
                <a:noFill/>
                <a:ln w="19050">
                  <a:solidFill>
                    <a:srgbClr val="2E2E33"/>
                  </a:solidFill>
                </a:ln>
              </p:spPr>
            </p:sp>
          </p:grpSp>
          <p:sp>
            <p:nvSpPr>
              <p:cNvPr id="26" name="Line 26"/>
              <p:cNvSpPr/>
              <p:nvPr/>
            </p:nvSpPr>
            <p:spPr bwMode="auto">
              <a:xfrm>
                <a:off x="1762125" y="4514850"/>
                <a:ext cx="7191375" cy="9525"/>
              </a:xfrm>
              <a:custGeom>
                <a:avLst/>
                <a:gdLst/>
                <a:ahLst/>
                <a:cxnLst/>
                <a:rect l="l" t="t" r="r" b="b"/>
                <a:pathLst>
                  <a:path w="7191375" h="9525" fill="norm" stroke="1" extrusionOk="0">
                    <a:moveTo>
                      <a:pt x="0" y="0"/>
                    </a:moveTo>
                    <a:lnTo>
                      <a:pt x="7191375" y="0"/>
                    </a:lnTo>
                  </a:path>
                </a:pathLst>
              </a:custGeom>
              <a:noFill/>
              <a:ln w="19050">
                <a:solidFill>
                  <a:srgbClr val="2E2E33"/>
                </a:solidFill>
                <a:prstDash val="lgDash"/>
              </a:ln>
            </p:spPr>
          </p:sp>
        </p:grpSp>
      </p:grpSp>
      <p:grpSp>
        <p:nvGrpSpPr>
          <p:cNvPr id="223442213" name="Group 30"/>
          <p:cNvGrpSpPr/>
          <p:nvPr/>
        </p:nvGrpSpPr>
        <p:grpSpPr bwMode="auto">
          <a:xfrm>
            <a:off x="2501717" y="5601652"/>
            <a:ext cx="7188565" cy="213360"/>
            <a:chOff x="2501717" y="5601652"/>
            <a:chExt cx="7188565" cy="213360"/>
          </a:xfrm>
        </p:grpSpPr>
        <p:sp>
          <p:nvSpPr>
            <p:cNvPr id="29" name="TextBox 29"/>
            <p:cNvSpPr txBox="1"/>
            <p:nvPr/>
          </p:nvSpPr>
          <p:spPr bwMode="auto">
            <a:xfrm>
              <a:off x="2501717" y="5601652"/>
              <a:ext cx="7188565" cy="213360"/>
            </a:xfrm>
            <a:prstGeom prst="rect">
              <a:avLst/>
            </a:prstGeom>
            <a:noFill/>
            <a:ln>
              <a:noFill/>
            </a:ln>
          </p:spPr>
          <p:txBody>
            <a:bodyPr wrap="none" lIns="0" tIns="0" rIns="0" bIns="0" anchor="t" anchorCtr="0">
              <a:spAutoFit/>
            </a:bodyPr>
            <a:lstStyle/>
            <a:p>
              <a:pPr algn="ctr">
                <a:defRPr/>
              </a:pPr>
              <a:r>
                <a:rPr lang="zh-CN" sz="1050">
                  <a:solidFill>
                    <a:srgbClr val="71717A"/>
                  </a:solidFill>
                  <a:latin typeface="Arial"/>
                  <a:ea typeface="Microsoft YaHei"/>
                  <a:cs typeface="Arial"/>
                </a:rPr>
                <a:t>*The bullet points are empty on screen but the notes are visible. Tests if the presenter can read ahead.</a:t>
              </a:r>
              <a:endParaRPr/>
            </a:p>
          </p:txBody>
        </p:sp>
      </p:grpSp>
      <p:grpSp>
        <p:nvGrpSpPr>
          <p:cNvPr id="676009955" name="Group 34"/>
          <p:cNvGrpSpPr/>
          <p:nvPr/>
        </p:nvGrpSpPr>
        <p:grpSpPr bwMode="auto">
          <a:xfrm>
            <a:off x="560070" y="6238875"/>
            <a:ext cx="11071860" cy="323850"/>
            <a:chOff x="560070" y="6238875"/>
            <a:chExt cx="11071860" cy="323850"/>
          </a:xfrm>
        </p:grpSpPr>
        <p:sp>
          <p:nvSpPr>
            <p:cNvPr id="31" name="Line 31"/>
            <p:cNvSpPr/>
            <p:nvPr/>
          </p:nvSpPr>
          <p:spPr bwMode="auto">
            <a:xfrm>
              <a:off x="571500" y="6238875"/>
              <a:ext cx="11049000" cy="9525"/>
            </a:xfrm>
            <a:custGeom>
              <a:avLst/>
              <a:gdLst/>
              <a:ahLst/>
              <a:cxnLst/>
              <a:rect l="l" t="t" r="r" b="b"/>
              <a:pathLst>
                <a:path w="11049000" h="9525" fill="norm" stroke="1" extrusionOk="0">
                  <a:moveTo>
                    <a:pt x="0" y="0"/>
                  </a:moveTo>
                  <a:lnTo>
                    <a:pt x="11049000" y="0"/>
                  </a:lnTo>
                </a:path>
              </a:pathLst>
            </a:custGeom>
            <a:noFill/>
            <a:ln w="14288">
              <a:solidFill>
                <a:srgbClr val="2E2E33"/>
              </a:solidFill>
            </a:ln>
          </p:spPr>
        </p:sp>
        <p:sp>
          <p:nvSpPr>
            <p:cNvPr id="32" name="TextBox 32"/>
            <p:cNvSpPr txBox="1"/>
            <p:nvPr/>
          </p:nvSpPr>
          <p:spPr bwMode="auto">
            <a:xfrm>
              <a:off x="560070" y="6379845"/>
              <a:ext cx="2195131" cy="182880"/>
            </a:xfrm>
            <a:prstGeom prst="rect">
              <a:avLst/>
            </a:prstGeom>
            <a:noFill/>
            <a:ln>
              <a:noFill/>
            </a:ln>
          </p:spPr>
          <p:txBody>
            <a:bodyPr wrap="none" lIns="0" tIns="0" rIns="0" bIns="0" anchor="t" anchorCtr="0">
              <a:spAutoFit/>
            </a:bodyPr>
            <a:lstStyle/>
            <a:p>
              <a:pPr algn="l">
                <a:defRPr/>
              </a:pPr>
              <a:r>
                <a:rPr lang="zh-CN" sz="900">
                  <a:solidFill>
                    <a:srgbClr val="71717A"/>
                  </a:solidFill>
                  <a:latin typeface="Consolas"/>
                  <a:ea typeface="Microsoft YaHei"/>
                  <a:cs typeface="Consolas"/>
                </a:rPr>
                <a:t>READAHEAD_CHECK: BLANK_BULLETS_OK</a:t>
              </a:r>
              <a:endParaRPr/>
            </a:p>
          </p:txBody>
        </p:sp>
        <p:sp>
          <p:nvSpPr>
            <p:cNvPr id="33" name="TextBox 33"/>
            <p:cNvSpPr txBox="1"/>
            <p:nvPr/>
          </p:nvSpPr>
          <p:spPr bwMode="auto">
            <a:xfrm>
              <a:off x="10810970" y="6379845"/>
              <a:ext cx="820960" cy="182880"/>
            </a:xfrm>
            <a:prstGeom prst="rect">
              <a:avLst/>
            </a:prstGeom>
            <a:noFill/>
            <a:ln>
              <a:noFill/>
            </a:ln>
          </p:spPr>
          <p:txBody>
            <a:bodyPr wrap="none" lIns="0" tIns="0" rIns="0" bIns="0" anchor="t" anchorCtr="0">
              <a:spAutoFit/>
            </a:bodyPr>
            <a:lstStyle/>
            <a:p>
              <a:pPr algn="r">
                <a:defRPr/>
              </a:pPr>
              <a:r>
                <a:rPr lang="zh-CN" sz="900">
                  <a:solidFill>
                    <a:srgbClr val="71717A"/>
                  </a:solidFill>
                  <a:latin typeface="Consolas"/>
                  <a:ea typeface="Microsoft YaHei"/>
                  <a:cs typeface="Consolas"/>
                </a:rPr>
                <a:t>PAGE_14 // 15</a:t>
              </a:r>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400" advClick="1">
        <p:fade thruBlk="0"/>
      </p:transition>
    </mc:Choice>
    <mc:Fallback>
      <p:transition spd="fast" advClick="1">
        <p:fade thruBlk="0"/>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76425321"/>
                                        </p:tgtEl>
                                        <p:attrNameLst>
                                          <p:attrName>style.visibility</p:attrName>
                                        </p:attrNameLst>
                                      </p:cBhvr>
                                      <p:to>
                                        <p:strVal val="visible"/>
                                      </p:to>
                                    </p:set>
                                    <p:animEffect transition="in" filter="fade">
                                      <p:cBhvr>
                                        <p:cTn id="7" dur="400"/>
                                        <p:tgtEl>
                                          <p:spTgt spid="776425321"/>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296049246"/>
                                        </p:tgtEl>
                                        <p:attrNameLst>
                                          <p:attrName>style.visibility</p:attrName>
                                        </p:attrNameLst>
                                      </p:cBhvr>
                                      <p:to>
                                        <p:strVal val="visible"/>
                                      </p:to>
                                    </p:set>
                                    <p:animEffect transition="in" filter="wipe(left)">
                                      <p:cBhvr>
                                        <p:cTn id="11" dur="400"/>
                                        <p:tgtEl>
                                          <p:spTgt spid="296049246"/>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223442213"/>
                                        </p:tgtEl>
                                        <p:attrNameLst>
                                          <p:attrName>style.visibility</p:attrName>
                                        </p:attrNameLst>
                                      </p:cBhvr>
                                      <p:to>
                                        <p:strVal val="visible"/>
                                      </p:to>
                                    </p:set>
                                    <p:animEffect transition="in" filter="fade">
                                      <p:cBhvr>
                                        <p:cTn id="15" dur="400"/>
                                        <p:tgtEl>
                                          <p:spTgt spid="2234422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6425321" grpId="0"/>
      <p:bldP spid="296049246" grpId="0"/>
      <p:bldP spid="223442213" grpId="0"/>
    </p:bldLst>
  </p:timing>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99724921" name="Rectangle 2"/>
          <p:cNvSpPr/>
          <p:nvPr/>
        </p:nvSpPr>
        <p:spPr bwMode="auto">
          <a:xfrm>
            <a:off x="0" y="0"/>
            <a:ext cx="12192000" cy="6858000"/>
          </a:xfrm>
          <a:prstGeom prst="rect">
            <a:avLst/>
          </a:prstGeom>
          <a:pattFill prst="lgGrid">
            <a:fgClr>
              <a:srgbClr val="242428"/>
            </a:fgClr>
            <a:bgClr>
              <a:srgbClr val="121214"/>
            </a:bgClr>
          </a:pattFill>
          <a:ln>
            <a:noFill/>
          </a:ln>
        </p:spPr>
      </p:sp>
      <p:grpSp>
        <p:nvGrpSpPr>
          <p:cNvPr id="2051721814" name="Group 5"/>
          <p:cNvGrpSpPr/>
          <p:nvPr/>
        </p:nvGrpSpPr>
        <p:grpSpPr bwMode="auto">
          <a:xfrm>
            <a:off x="560070" y="379095"/>
            <a:ext cx="11060430" cy="249555"/>
            <a:chOff x="560070" y="379095"/>
            <a:chExt cx="11060430" cy="249555"/>
          </a:xfrm>
        </p:grpSpPr>
        <p:sp>
          <p:nvSpPr>
            <p:cNvPr id="3" name="TextBox 3"/>
            <p:cNvSpPr txBox="1"/>
            <p:nvPr/>
          </p:nvSpPr>
          <p:spPr bwMode="auto">
            <a:xfrm>
              <a:off x="560070" y="379095"/>
              <a:ext cx="1367028" cy="182880"/>
            </a:xfrm>
            <a:prstGeom prst="rect">
              <a:avLst/>
            </a:prstGeom>
            <a:noFill/>
            <a:ln>
              <a:noFill/>
            </a:ln>
          </p:spPr>
          <p:txBody>
            <a:bodyPr wrap="none" lIns="0" tIns="0" rIns="0" bIns="0" anchor="t" anchorCtr="0">
              <a:spAutoFit/>
            </a:bodyPr>
            <a:lstStyle/>
            <a:p>
              <a:pPr algn="l">
                <a:defRPr/>
              </a:pPr>
              <a:r>
                <a:rPr lang="zh-CN" sz="900">
                  <a:solidFill>
                    <a:srgbClr val="71717A"/>
                  </a:solidFill>
                  <a:latin typeface="Consolas"/>
                  <a:ea typeface="Microsoft YaHei"/>
                  <a:cs typeface="Consolas"/>
                </a:rPr>
                <a:t>SYS.CONCLUSION // END</a:t>
              </a:r>
              <a:endParaRPr/>
            </a:p>
          </p:txBody>
        </p:sp>
        <p:sp>
          <p:nvSpPr>
            <p:cNvPr id="4" name="Line 4"/>
            <p:cNvSpPr/>
            <p:nvPr/>
          </p:nvSpPr>
          <p:spPr bwMode="auto">
            <a:xfrm>
              <a:off x="571500" y="619125"/>
              <a:ext cx="11049000" cy="9525"/>
            </a:xfrm>
            <a:custGeom>
              <a:avLst/>
              <a:gdLst/>
              <a:ahLst/>
              <a:cxnLst/>
              <a:rect l="l" t="t" r="r" b="b"/>
              <a:pathLst>
                <a:path w="11049000" h="9525" fill="norm" stroke="1" extrusionOk="0">
                  <a:moveTo>
                    <a:pt x="0" y="0"/>
                  </a:moveTo>
                  <a:lnTo>
                    <a:pt x="11049000" y="0"/>
                  </a:lnTo>
                </a:path>
              </a:pathLst>
            </a:custGeom>
            <a:noFill/>
            <a:ln w="14288">
              <a:solidFill>
                <a:srgbClr val="2E2E33"/>
              </a:solidFill>
            </a:ln>
          </p:spPr>
        </p:sp>
      </p:grpSp>
      <p:grpSp>
        <p:nvGrpSpPr>
          <p:cNvPr id="1274462427" name="Group 8"/>
          <p:cNvGrpSpPr/>
          <p:nvPr/>
        </p:nvGrpSpPr>
        <p:grpSpPr bwMode="auto">
          <a:xfrm>
            <a:off x="3821780" y="1518285"/>
            <a:ext cx="4548440" cy="548640"/>
            <a:chOff x="3821780" y="1518285"/>
            <a:chExt cx="4548440" cy="548640"/>
          </a:xfrm>
        </p:grpSpPr>
        <p:sp>
          <p:nvSpPr>
            <p:cNvPr id="6" name="TextBox 6"/>
            <p:cNvSpPr txBox="1"/>
            <p:nvPr/>
          </p:nvSpPr>
          <p:spPr bwMode="auto">
            <a:xfrm>
              <a:off x="3821780" y="1518285"/>
              <a:ext cx="4548440" cy="548640"/>
            </a:xfrm>
            <a:prstGeom prst="rect">
              <a:avLst/>
            </a:prstGeom>
            <a:noFill/>
            <a:ln>
              <a:noFill/>
            </a:ln>
          </p:spPr>
          <p:txBody>
            <a:bodyPr wrap="none" lIns="0" tIns="0" rIns="0" bIns="0" anchor="t" anchorCtr="0">
              <a:spAutoFit/>
            </a:bodyPr>
            <a:lstStyle/>
            <a:p>
              <a:pPr algn="ctr">
                <a:defRPr/>
              </a:pPr>
              <a:r>
                <a:rPr lang="zh-CN" sz="2700" b="1">
                  <a:solidFill>
                    <a:srgbClr val="00E5FF"/>
                  </a:solidFill>
                  <a:latin typeface="Arial"/>
                  <a:ea typeface="Microsoft YaHei"/>
                  <a:cs typeface="Arial"/>
                </a:rPr>
                <a:t>Questions? (Please, No)</a:t>
              </a:r>
              <a:endParaRPr/>
            </a:p>
          </p:txBody>
        </p:sp>
        <p:sp>
          <p:nvSpPr>
            <p:cNvPr id="7" name="Line 7"/>
            <p:cNvSpPr/>
            <p:nvPr/>
          </p:nvSpPr>
          <p:spPr bwMode="auto">
            <a:xfrm>
              <a:off x="5334000" y="2047875"/>
              <a:ext cx="1524000" cy="9525"/>
            </a:xfrm>
            <a:custGeom>
              <a:avLst/>
              <a:gdLst/>
              <a:ahLst/>
              <a:cxnLst/>
              <a:rect l="l" t="t" r="r" b="b"/>
              <a:pathLst>
                <a:path w="1524000" h="9525" fill="norm" stroke="1" extrusionOk="0">
                  <a:moveTo>
                    <a:pt x="0" y="0"/>
                  </a:moveTo>
                  <a:lnTo>
                    <a:pt x="1524000" y="0"/>
                  </a:lnTo>
                </a:path>
              </a:pathLst>
            </a:custGeom>
            <a:noFill/>
            <a:ln w="19050">
              <a:solidFill>
                <a:srgbClr val="00E5FF"/>
              </a:solidFill>
            </a:ln>
          </p:spPr>
        </p:sp>
      </p:grpSp>
      <p:grpSp>
        <p:nvGrpSpPr>
          <p:cNvPr id="938677921" name="Group 10"/>
          <p:cNvGrpSpPr/>
          <p:nvPr/>
        </p:nvGrpSpPr>
        <p:grpSpPr bwMode="auto">
          <a:xfrm>
            <a:off x="4203611" y="2910840"/>
            <a:ext cx="3784778" cy="975360"/>
            <a:chOff x="4203611" y="2910840"/>
            <a:chExt cx="3784778" cy="975360"/>
          </a:xfrm>
        </p:grpSpPr>
        <p:sp>
          <p:nvSpPr>
            <p:cNvPr id="9" name="TextBox 9"/>
            <p:cNvSpPr txBox="1"/>
            <p:nvPr/>
          </p:nvSpPr>
          <p:spPr bwMode="auto">
            <a:xfrm>
              <a:off x="4203611" y="2910840"/>
              <a:ext cx="3784778" cy="975360"/>
            </a:xfrm>
            <a:prstGeom prst="rect">
              <a:avLst/>
            </a:prstGeom>
            <a:noFill/>
            <a:ln>
              <a:noFill/>
            </a:ln>
          </p:spPr>
          <p:txBody>
            <a:bodyPr wrap="none" lIns="0" tIns="0" rIns="0" bIns="0" anchor="t" anchorCtr="0">
              <a:spAutoFit/>
            </a:bodyPr>
            <a:lstStyle/>
            <a:p>
              <a:pPr algn="ctr">
                <a:defRPr/>
              </a:pPr>
              <a:r>
                <a:rPr lang="zh-CN" sz="4800" b="1">
                  <a:solidFill>
                    <a:srgbClr val="FF007F"/>
                  </a:solidFill>
                  <a:latin typeface="Arial"/>
                  <a:ea typeface="Microsoft YaHei"/>
                  <a:cs typeface="Arial"/>
                </a:rPr>
                <a:t>THANK YOU.</a:t>
              </a:r>
              <a:endParaRPr/>
            </a:p>
          </p:txBody>
        </p:sp>
      </p:grpSp>
      <p:grpSp>
        <p:nvGrpSpPr>
          <p:cNvPr id="69110522" name="Group 13"/>
          <p:cNvGrpSpPr/>
          <p:nvPr/>
        </p:nvGrpSpPr>
        <p:grpSpPr bwMode="auto">
          <a:xfrm>
            <a:off x="3508438" y="4410075"/>
            <a:ext cx="5175123" cy="657225"/>
            <a:chOff x="3508438" y="4410075"/>
            <a:chExt cx="5175123" cy="657225"/>
          </a:xfrm>
        </p:grpSpPr>
        <p:sp>
          <p:nvSpPr>
            <p:cNvPr id="11" name="TextBox 11"/>
            <p:cNvSpPr txBox="1"/>
            <p:nvPr/>
          </p:nvSpPr>
          <p:spPr bwMode="auto">
            <a:xfrm>
              <a:off x="5005816" y="4410075"/>
              <a:ext cx="2180368" cy="304800"/>
            </a:xfrm>
            <a:prstGeom prst="rect">
              <a:avLst/>
            </a:prstGeom>
            <a:noFill/>
            <a:ln>
              <a:noFill/>
            </a:ln>
          </p:spPr>
          <p:txBody>
            <a:bodyPr wrap="none" lIns="0" tIns="0" rIns="0" bIns="0" anchor="t" anchorCtr="0">
              <a:spAutoFit/>
            </a:bodyPr>
            <a:lstStyle/>
            <a:p>
              <a:pPr algn="ctr">
                <a:defRPr/>
              </a:pPr>
              <a:r>
                <a:rPr lang="zh-CN" sz="1500" b="1">
                  <a:solidFill>
                    <a:srgbClr val="FFFFFF"/>
                  </a:solidFill>
                  <a:latin typeface="Arial"/>
                  <a:ea typeface="Microsoft YaHei"/>
                  <a:cs typeface="Arial"/>
                </a:rPr>
                <a:t>Q&amp;A Session: Closed.</a:t>
              </a:r>
              <a:endParaRPr/>
            </a:p>
          </p:txBody>
        </p:sp>
        <p:sp>
          <p:nvSpPr>
            <p:cNvPr id="12" name="TextBox 12"/>
            <p:cNvSpPr txBox="1"/>
            <p:nvPr/>
          </p:nvSpPr>
          <p:spPr bwMode="auto">
            <a:xfrm>
              <a:off x="3508438" y="4823460"/>
              <a:ext cx="5175123" cy="243840"/>
            </a:xfrm>
            <a:prstGeom prst="rect">
              <a:avLst/>
            </a:prstGeom>
            <a:noFill/>
            <a:ln>
              <a:noFill/>
            </a:ln>
          </p:spPr>
          <p:txBody>
            <a:bodyPr wrap="none" lIns="0" tIns="0" rIns="0" bIns="0" anchor="t" anchorCtr="0">
              <a:spAutoFit/>
            </a:bodyPr>
            <a:lstStyle/>
            <a:p>
              <a:pPr algn="ctr">
                <a:defRPr/>
              </a:pPr>
              <a:r>
                <a:rPr lang="zh-CN" sz="1200">
                  <a:solidFill>
                    <a:srgbClr val="A0A0AB"/>
                  </a:solidFill>
                  <a:latin typeface="Arial"/>
                  <a:ea typeface="Microsoft YaHei"/>
                  <a:cs typeface="Arial"/>
                </a:rPr>
                <a:t>Call to Action: Go forth and pretend you know what you are doing.</a:t>
              </a:r>
              <a:endParaRPr/>
            </a:p>
          </p:txBody>
        </p:sp>
      </p:grpSp>
      <p:grpSp>
        <p:nvGrpSpPr>
          <p:cNvPr id="921139821" name="Group 15"/>
          <p:cNvGrpSpPr/>
          <p:nvPr/>
        </p:nvGrpSpPr>
        <p:grpSpPr bwMode="auto">
          <a:xfrm>
            <a:off x="2932271" y="5554028"/>
            <a:ext cx="6327457" cy="213360"/>
            <a:chOff x="2932271" y="5554028"/>
            <a:chExt cx="6327457" cy="213360"/>
          </a:xfrm>
        </p:grpSpPr>
        <p:sp>
          <p:nvSpPr>
            <p:cNvPr id="14" name="TextBox 14"/>
            <p:cNvSpPr txBox="1"/>
            <p:nvPr/>
          </p:nvSpPr>
          <p:spPr bwMode="auto">
            <a:xfrm>
              <a:off x="2932271" y="5554028"/>
              <a:ext cx="6327457" cy="213360"/>
            </a:xfrm>
            <a:prstGeom prst="rect">
              <a:avLst/>
            </a:prstGeom>
            <a:noFill/>
            <a:ln>
              <a:noFill/>
            </a:ln>
          </p:spPr>
          <p:txBody>
            <a:bodyPr wrap="none" lIns="0" tIns="0" rIns="0" bIns="0" anchor="t" anchorCtr="0">
              <a:spAutoFit/>
            </a:bodyPr>
            <a:lstStyle/>
            <a:p>
              <a:pPr algn="ctr">
                <a:defRPr/>
              </a:pPr>
              <a:r>
                <a:rPr lang="zh-CN" sz="1050">
                  <a:solidFill>
                    <a:srgbClr val="71717A"/>
                  </a:solidFill>
                  <a:latin typeface="Arial"/>
                  <a:ea typeface="Microsoft YaHei"/>
                  <a:cs typeface="Arial"/>
                </a:rPr>
                <a:t>*Pink color rendering test. Check for color bleed on white text. End of presentation check.</a:t>
              </a:r>
              <a:endParaRPr/>
            </a:p>
          </p:txBody>
        </p:sp>
      </p:grpSp>
      <p:grpSp>
        <p:nvGrpSpPr>
          <p:cNvPr id="1192392121" name="Group 19"/>
          <p:cNvGrpSpPr/>
          <p:nvPr/>
        </p:nvGrpSpPr>
        <p:grpSpPr bwMode="auto">
          <a:xfrm>
            <a:off x="560070" y="6238875"/>
            <a:ext cx="11071860" cy="323850"/>
            <a:chOff x="560070" y="6238875"/>
            <a:chExt cx="11071860" cy="323850"/>
          </a:xfrm>
        </p:grpSpPr>
        <p:sp>
          <p:nvSpPr>
            <p:cNvPr id="16" name="Line 16"/>
            <p:cNvSpPr/>
            <p:nvPr/>
          </p:nvSpPr>
          <p:spPr bwMode="auto">
            <a:xfrm>
              <a:off x="571500" y="6238875"/>
              <a:ext cx="11049000" cy="9525"/>
            </a:xfrm>
            <a:custGeom>
              <a:avLst/>
              <a:gdLst/>
              <a:ahLst/>
              <a:cxnLst/>
              <a:rect l="l" t="t" r="r" b="b"/>
              <a:pathLst>
                <a:path w="11049000" h="9525" fill="norm" stroke="1" extrusionOk="0">
                  <a:moveTo>
                    <a:pt x="0" y="0"/>
                  </a:moveTo>
                  <a:lnTo>
                    <a:pt x="11049000" y="0"/>
                  </a:lnTo>
                </a:path>
              </a:pathLst>
            </a:custGeom>
            <a:noFill/>
            <a:ln w="14288">
              <a:solidFill>
                <a:srgbClr val="2E2E33"/>
              </a:solidFill>
            </a:ln>
          </p:spPr>
        </p:sp>
        <p:sp>
          <p:nvSpPr>
            <p:cNvPr id="17" name="TextBox 17"/>
            <p:cNvSpPr txBox="1"/>
            <p:nvPr/>
          </p:nvSpPr>
          <p:spPr bwMode="auto">
            <a:xfrm>
              <a:off x="560070" y="6379845"/>
              <a:ext cx="2303145" cy="182880"/>
            </a:xfrm>
            <a:prstGeom prst="rect">
              <a:avLst/>
            </a:prstGeom>
            <a:noFill/>
            <a:ln>
              <a:noFill/>
            </a:ln>
          </p:spPr>
          <p:txBody>
            <a:bodyPr wrap="none" lIns="0" tIns="0" rIns="0" bIns="0" anchor="t" anchorCtr="0">
              <a:spAutoFit/>
            </a:bodyPr>
            <a:lstStyle/>
            <a:p>
              <a:pPr algn="l">
                <a:defRPr/>
              </a:pPr>
              <a:r>
                <a:rPr lang="zh-CN" sz="900">
                  <a:solidFill>
                    <a:srgbClr val="71717A"/>
                  </a:solidFill>
                  <a:latin typeface="Consolas"/>
                  <a:ea typeface="Microsoft YaHei"/>
                  <a:cs typeface="Consolas"/>
                </a:rPr>
                <a:t>COLOR_CHECK: PINK_COLOR_BLEED_TEST</a:t>
              </a:r>
              <a:endParaRPr/>
            </a:p>
          </p:txBody>
        </p:sp>
        <p:sp>
          <p:nvSpPr>
            <p:cNvPr id="18" name="TextBox 18"/>
            <p:cNvSpPr txBox="1"/>
            <p:nvPr/>
          </p:nvSpPr>
          <p:spPr bwMode="auto">
            <a:xfrm>
              <a:off x="10810970" y="6379845"/>
              <a:ext cx="820960" cy="182880"/>
            </a:xfrm>
            <a:prstGeom prst="rect">
              <a:avLst/>
            </a:prstGeom>
            <a:noFill/>
            <a:ln>
              <a:noFill/>
            </a:ln>
          </p:spPr>
          <p:txBody>
            <a:bodyPr wrap="none" lIns="0" tIns="0" rIns="0" bIns="0" anchor="t" anchorCtr="0">
              <a:spAutoFit/>
            </a:bodyPr>
            <a:lstStyle/>
            <a:p>
              <a:pPr algn="r">
                <a:defRPr/>
              </a:pPr>
              <a:r>
                <a:rPr lang="zh-CN" sz="900">
                  <a:solidFill>
                    <a:srgbClr val="71717A"/>
                  </a:solidFill>
                  <a:latin typeface="Consolas"/>
                  <a:ea typeface="Microsoft YaHei"/>
                  <a:cs typeface="Consolas"/>
                </a:rPr>
                <a:t>PAGE_15 // 15</a:t>
              </a:r>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400" advClick="1">
        <p:fade thruBlk="0"/>
      </p:transition>
    </mc:Choice>
    <mc:Fallback>
      <p:transition spd="fast" advClick="1">
        <p:fade thruBlk="0"/>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274462427"/>
                                        </p:tgtEl>
                                        <p:attrNameLst>
                                          <p:attrName>style.visibility</p:attrName>
                                        </p:attrNameLst>
                                      </p:cBhvr>
                                      <p:to>
                                        <p:strVal val="visible"/>
                                      </p:to>
                                    </p:set>
                                    <p:animEffect transition="in" filter="fade">
                                      <p:cBhvr>
                                        <p:cTn id="7" dur="400"/>
                                        <p:tgtEl>
                                          <p:spTgt spid="1274462427"/>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938677921"/>
                                        </p:tgtEl>
                                        <p:attrNameLst>
                                          <p:attrName>style.visibility</p:attrName>
                                        </p:attrNameLst>
                                      </p:cBhvr>
                                      <p:to>
                                        <p:strVal val="visible"/>
                                      </p:to>
                                    </p:set>
                                    <p:animEffect transition="in" filter="fade">
                                      <p:cBhvr>
                                        <p:cTn id="11" dur="400"/>
                                        <p:tgtEl>
                                          <p:spTgt spid="938677921"/>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69110522"/>
                                        </p:tgtEl>
                                        <p:attrNameLst>
                                          <p:attrName>style.visibility</p:attrName>
                                        </p:attrNameLst>
                                      </p:cBhvr>
                                      <p:to>
                                        <p:strVal val="visible"/>
                                      </p:to>
                                    </p:set>
                                    <p:animEffect transition="in" filter="wipe(left)">
                                      <p:cBhvr>
                                        <p:cTn id="15" dur="400"/>
                                        <p:tgtEl>
                                          <p:spTgt spid="69110522"/>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921139821"/>
                                        </p:tgtEl>
                                        <p:attrNameLst>
                                          <p:attrName>style.visibility</p:attrName>
                                        </p:attrNameLst>
                                      </p:cBhvr>
                                      <p:to>
                                        <p:strVal val="visible"/>
                                      </p:to>
                                    </p:set>
                                    <p:animEffect transition="in" filter="fade">
                                      <p:cBhvr>
                                        <p:cTn id="19" dur="400"/>
                                        <p:tgtEl>
                                          <p:spTgt spid="9211398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74462427" grpId="0"/>
      <p:bldP spid="938677921" grpId="0"/>
      <p:bldP spid="69110522" grpId="0"/>
      <p:bldP spid="921139821" grpId="0"/>
    </p:bldLst>
  </p:timing>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15</Slides>
  <Notes>15</Notes>
  <HiddenSlides>0</HiddenSlides>
  <MMClips>2</MMClips>
  <ScaleCrop>0</ScaleCrop>
  <HeadingPairs>
    <vt:vector size="4" baseType="variant">
      <vt:variant>
        <vt:lpstr>Theme</vt:lpstr>
      </vt:variant>
      <vt:variant>
        <vt:i4>1</vt:i4>
      </vt:variant>
      <vt:variant>
        <vt:lpstr>Slide Titles</vt:lpstr>
      </vt:variant>
      <vt:variant>
        <vt:i4>15</vt:i4>
      </vt:variant>
    </vt:vector>
  </HeadingPairs>
  <TitlesOfParts>
    <vt:vector size="16"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Manager/>
  <Company/>
  <LinksUpToDate>0</LinksUpToDate>
  <SharedDoc>0</SharedDoc>
  <HyperlinkBase/>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 AV Slides</dc:title>
  <dc:subject>Just a Test</dc:subject>
  <dc:creator>Beau Bremer</dc:creator>
  <cp:keywords/>
  <dc:description>testing 1234</dc:description>
  <dc:language/>
  <cp:lastModifiedBy/>
  <cp:revision>4</cp:revision>
  <dcterms:created xsi:type="dcterms:W3CDTF">2026-06-14T18:40:52Z</dcterms:created>
  <dcterms:modified xsi:type="dcterms:W3CDTF">2026-06-16T18:03:43Z</dcterms:modified>
  <cp:category/>
  <cp:contentStatus/>
</cp:coreProperties>
</file>